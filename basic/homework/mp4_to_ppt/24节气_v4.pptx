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5" name="Rectangle 274"/>
          <p:cNvSpPr/>
          <p:nvPr/>
        </p:nvSpPr>
        <p:spPr>
          <a:xfrm>
            <a:off x="6094476" y="6103620"/>
            <a:ext cx="6094476" cy="7543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094476" y="3429000"/>
            <a:ext cx="6094476" cy="2674620"/>
          </a:xfrm>
          <a:prstGeom prst="rect">
            <a:avLst/>
          </a:prstGeom>
          <a:solidFill>
            <a:srgbClr val="C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E0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0" y="6103620"/>
            <a:ext cx="6094476" cy="7543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0" y="3429000"/>
            <a:ext cx="6094476" cy="2674620"/>
          </a:xfrm>
          <a:prstGeom prst="rect">
            <a:avLst/>
          </a:prstGeom>
          <a:solidFill>
            <a:srgbClr val="A8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094476" y="2674620"/>
            <a:ext cx="6094476" cy="7543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94476" y="0"/>
            <a:ext cx="6094476" cy="2674620"/>
          </a:xfrm>
          <a:prstGeom prst="rect">
            <a:avLst/>
          </a:prstGeom>
          <a:solidFill>
            <a:srgbClr val="C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E0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74620"/>
            <a:ext cx="6094476" cy="7543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2674620"/>
          </a:xfrm>
          <a:prstGeom prst="rect">
            <a:avLst/>
          </a:prstGeom>
          <a:solidFill>
            <a:srgbClr val="C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E0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69689" y="313182"/>
            <a:ext cx="402336" cy="4023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22317" y="484175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81499" y="728078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99865" y="728078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59047" y="484175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99865" y="240272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81499" y="240272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137160" y="1543050"/>
            <a:ext cx="1828800" cy="502920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1988819"/>
            <a:ext cx="877824" cy="468172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72844" y="2047340"/>
            <a:ext cx="263347" cy="204825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99539" y="1871776"/>
            <a:ext cx="292608" cy="263347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58060" y="1754733"/>
            <a:ext cx="87782" cy="17556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75104" y="1754733"/>
            <a:ext cx="87782" cy="17556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4323" y="2339948"/>
            <a:ext cx="117043" cy="29260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60627" y="2339948"/>
            <a:ext cx="117043" cy="29260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53235" y="2339948"/>
            <a:ext cx="117043" cy="29260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99539" y="2339948"/>
            <a:ext cx="117043" cy="29260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53312" y="1184149"/>
            <a:ext cx="140817" cy="140817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40511" y="1145745"/>
            <a:ext cx="166420" cy="89611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40510" y="1235355"/>
            <a:ext cx="166420" cy="204825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7709" y="1401776"/>
            <a:ext cx="192023" cy="76809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95706" y="1260958"/>
            <a:ext cx="32003" cy="128015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9731" y="1260958"/>
            <a:ext cx="32003" cy="128015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59712" y="1440180"/>
            <a:ext cx="44805" cy="140817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42923" y="1440180"/>
            <a:ext cx="44805" cy="140817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91716" y="1248156"/>
            <a:ext cx="19202" cy="1920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36522" y="1248156"/>
            <a:ext cx="19202" cy="1920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404518" y="1273760"/>
            <a:ext cx="38404" cy="1920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45920" y="228600"/>
            <a:ext cx="155448" cy="217627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08099" y="228600"/>
            <a:ext cx="31089" cy="217627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0" y="321868"/>
            <a:ext cx="155448" cy="31089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92554" y="461772"/>
            <a:ext cx="62179" cy="4663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692554" y="523951"/>
            <a:ext cx="62179" cy="4663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692554" y="586129"/>
            <a:ext cx="62179" cy="4663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1052" y="1303020"/>
            <a:ext cx="95097" cy="416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-104241" y="1005840"/>
            <a:ext cx="665682" cy="65379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4" y="827532"/>
            <a:ext cx="534924" cy="49926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4359" y="2340865"/>
            <a:ext cx="25603" cy="16002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153" y="2244853"/>
            <a:ext cx="128014" cy="12801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550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49962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8756" y="2219250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756" y="2321663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557" y="2283257"/>
            <a:ext cx="51206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0119" y="2340865"/>
            <a:ext cx="25603" cy="16002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38913" y="2244853"/>
            <a:ext cx="128014" cy="12801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13310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15722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4516" y="2219250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64516" y="2321663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77317" y="2283257"/>
            <a:ext cx="51206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7319" y="2340865"/>
            <a:ext cx="25603" cy="16002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6113" y="2244853"/>
            <a:ext cx="128014" cy="12801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0510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2922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21716" y="2219250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21716" y="2321663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34517" y="2283257"/>
            <a:ext cx="51206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04519" y="2340865"/>
            <a:ext cx="25603" cy="16002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353313" y="2244853"/>
            <a:ext cx="128014" cy="12801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327710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430122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78916" y="2219250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378916" y="2321663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391717" y="2283257"/>
            <a:ext cx="51206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815999" y="2340865"/>
            <a:ext cx="25603" cy="16002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764793" y="2244853"/>
            <a:ext cx="128014" cy="12801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739190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841602" y="2270456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790396" y="2219250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790396" y="2321663"/>
            <a:ext cx="76808" cy="7680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803197" y="2283257"/>
            <a:ext cx="51206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432" y="2674620"/>
            <a:ext cx="6039612" cy="1828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43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9319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895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2471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49047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5623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22199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8775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95351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1927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68503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05079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41655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8231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14807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51383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87959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" y="301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A2826"/>
                </a:solidFill>
                <a:latin typeface="Source Han Sans SC"/>
              </a:rPr>
              <a:t>立春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" y="7040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4A3A"/>
                </a:solidFill>
                <a:latin typeface="Nunito"/>
              </a:rPr>
              <a:t>Start of Spring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92354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078"/>
                </a:solidFill>
                <a:latin typeface="Nunito"/>
              </a:rPr>
              <a:t>Spring begins. It gets warmer.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0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0" y="3401568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067044" y="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1667744" y="-27432"/>
            <a:ext cx="274320" cy="27432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976354" y="89154"/>
            <a:ext cx="41148" cy="411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880342" y="255451"/>
            <a:ext cx="41148" cy="411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688319" y="255451"/>
            <a:ext cx="41148" cy="411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1592306" y="89154"/>
            <a:ext cx="41148" cy="411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1688318" y="-77143"/>
            <a:ext cx="41148" cy="411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880342" y="-77143"/>
            <a:ext cx="41148" cy="4114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136892" y="9144"/>
            <a:ext cx="512063" cy="256032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076" y="-38862"/>
            <a:ext cx="402336" cy="224028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264908" y="34747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429500" y="34747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594092" y="34747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758684" y="34747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264908" y="55321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429500" y="55321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594092" y="55321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758684" y="55321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264908" y="75895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429500" y="758952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368796" y="1645920"/>
            <a:ext cx="1645920" cy="34747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793078" y="1046531"/>
            <a:ext cx="614476" cy="358444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074713" y="1200150"/>
            <a:ext cx="51206" cy="448055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963156" y="1280160"/>
            <a:ext cx="201168" cy="201168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944868" y="1225296"/>
            <a:ext cx="237744" cy="128016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944868" y="1353312"/>
            <a:ext cx="237744" cy="29260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926580" y="1591056"/>
            <a:ext cx="274320" cy="109728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880860" y="1389888"/>
            <a:ext cx="45720" cy="182880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200900" y="1389888"/>
            <a:ext cx="45720" cy="182880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972300" y="164592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091172" y="164592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018020" y="137160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082028" y="137160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7036308" y="1408176"/>
            <a:ext cx="54864" cy="2743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7466076" y="2125980"/>
            <a:ext cx="685800" cy="201168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511796" y="1892808"/>
            <a:ext cx="384048" cy="14630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676388" y="1783080"/>
            <a:ext cx="36576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603236" y="1709928"/>
            <a:ext cx="201168" cy="182880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7658100" y="1746504"/>
            <a:ext cx="91440" cy="7315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7877556" y="2002536"/>
            <a:ext cx="288036" cy="109728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001000" y="1920240"/>
            <a:ext cx="27432" cy="12344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946136" y="1865376"/>
            <a:ext cx="150876" cy="137160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987284" y="1892808"/>
            <a:ext cx="68580" cy="5486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374636" y="2125980"/>
            <a:ext cx="234086" cy="16093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418527" y="2038198"/>
            <a:ext cx="146304" cy="117043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433157" y="2008937"/>
            <a:ext cx="58521" cy="58521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491679" y="2008937"/>
            <a:ext cx="58521" cy="58521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447788" y="2023568"/>
            <a:ext cx="29260" cy="29260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7506309" y="2023568"/>
            <a:ext cx="29260" cy="29260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277356" y="2571750"/>
            <a:ext cx="164592" cy="73152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734556" y="2571750"/>
            <a:ext cx="164592" cy="73152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283196" y="2571750"/>
            <a:ext cx="164592" cy="73152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786116" y="2571750"/>
            <a:ext cx="164592" cy="73152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21908" y="2674620"/>
            <a:ext cx="6039612" cy="1828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12190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8766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85342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21918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58494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95070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31646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68222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4798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41374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77950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14526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51102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87678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24254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60830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197406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460236" y="301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A2826"/>
                </a:solidFill>
                <a:latin typeface="Source Han Sans SC"/>
              </a:rPr>
              <a:t>雨水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460236" y="7040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4A3A"/>
                </a:solidFill>
                <a:latin typeface="Nunito"/>
              </a:rPr>
              <a:t>Rain Water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460236" y="92354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078"/>
                </a:solidFill>
                <a:latin typeface="Nunito"/>
              </a:rPr>
              <a:t>More rain helps everything grow.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094476" y="0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094476" y="3401568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094476" y="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2161520" y="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609844" y="3355848"/>
            <a:ext cx="329184" cy="32918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5980176" y="3495752"/>
            <a:ext cx="49376" cy="4937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5864962" y="3695309"/>
            <a:ext cx="49376" cy="4937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634534" y="3695309"/>
            <a:ext cx="49376" cy="4937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5519320" y="3495752"/>
            <a:ext cx="49376" cy="4937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5634534" y="3296195"/>
            <a:ext cx="49376" cy="4937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864962" y="3296195"/>
            <a:ext cx="49376" cy="4937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37744" y="3333903"/>
            <a:ext cx="768096" cy="307238"/>
          </a:xfrm>
          <a:prstGeom prst="ellipse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731520" y="3276296"/>
            <a:ext cx="603504" cy="268833"/>
          </a:xfrm>
          <a:prstGeom prst="ellipse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92124" y="3416199"/>
            <a:ext cx="448056" cy="234086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280160" y="3372308"/>
            <a:ext cx="352044" cy="204825"/>
          </a:xfrm>
          <a:prstGeom prst="ellipse">
            <a:avLst/>
          </a:prstGeom>
          <a:solidFill>
            <a:srgbClr val="8A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234440" y="3721608"/>
            <a:ext cx="91440" cy="228600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179576" y="3904488"/>
            <a:ext cx="182880" cy="73152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307592" y="3922776"/>
            <a:ext cx="73152" cy="164592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600200" y="3776472"/>
            <a:ext cx="64007" cy="160020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561796" y="3904487"/>
            <a:ext cx="128015" cy="51206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651406" y="3917289"/>
            <a:ext cx="51206" cy="115214"/>
          </a:xfrm>
          <a:prstGeom prst="rect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-91440" y="4869180"/>
            <a:ext cx="1463040" cy="365760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822960" y="5006340"/>
            <a:ext cx="1371600" cy="320040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82880" y="5417819"/>
            <a:ext cx="362102" cy="296265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98094" y="5286146"/>
            <a:ext cx="131673" cy="131673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265176" y="5483655"/>
            <a:ext cx="65836" cy="65836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380390" y="5483655"/>
            <a:ext cx="65836" cy="65836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314553" y="5582411"/>
            <a:ext cx="65836" cy="65836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188720" y="5349240"/>
            <a:ext cx="351129" cy="24140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254556" y="5217567"/>
            <a:ext cx="219456" cy="17556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276502" y="5173676"/>
            <a:ext cx="87782" cy="87782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364284" y="5173676"/>
            <a:ext cx="87782" cy="87782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298448" y="5195621"/>
            <a:ext cx="43891" cy="43891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386230" y="5195621"/>
            <a:ext cx="43891" cy="43891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87552" y="4526280"/>
            <a:ext cx="36576" cy="182880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14400" y="4544568"/>
            <a:ext cx="91440" cy="10972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14400" y="4617720"/>
            <a:ext cx="73152" cy="91440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005840" y="4544568"/>
            <a:ext cx="91440" cy="109728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024128" y="4617720"/>
            <a:ext cx="73152" cy="91440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514246" y="4732020"/>
            <a:ext cx="25603" cy="128015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463040" y="4744821"/>
            <a:ext cx="64007" cy="76809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463040" y="4796027"/>
            <a:ext cx="51206" cy="6400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27047" y="4744821"/>
            <a:ext cx="64007" cy="76809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39849" y="4796027"/>
            <a:ext cx="51206" cy="6400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685800" y="5760720"/>
            <a:ext cx="128016" cy="5486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13232" y="5692140"/>
            <a:ext cx="54864" cy="5486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16128" y="589788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1440" y="583204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7899" y="579912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344728" y="589788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320040" y="583204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336499" y="579912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619048" y="589788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594360" y="583204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10819" y="579912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39088" y="589788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14400" y="583204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930859" y="579912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259128" y="589788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234440" y="583204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250899" y="579912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579168" y="589788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554480" y="583204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570939" y="579912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853488" y="5897880"/>
            <a:ext cx="32918" cy="16459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828800" y="5832044"/>
            <a:ext cx="98755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845259" y="5799125"/>
            <a:ext cx="82296" cy="65836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27432" y="6103620"/>
            <a:ext cx="6039612" cy="1828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743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9319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5895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12471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49047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85623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22199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58775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95351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331927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368503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405079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441655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78231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14807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551383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587959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65760" y="3730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A2826"/>
                </a:solidFill>
                <a:latin typeface="Source Han Sans SC"/>
              </a:rPr>
              <a:t>惊蛰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65760" y="41330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4A3A"/>
                </a:solidFill>
                <a:latin typeface="Nunito"/>
              </a:rPr>
              <a:t>Awakening of Insects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65760" y="435254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078"/>
                </a:solidFill>
                <a:latin typeface="Nunito"/>
              </a:rPr>
              <a:t>Thunder wakes sleeping insects.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0" y="3429000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0" y="6830568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0" y="342900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067044" y="342900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0445877" y="3723894"/>
            <a:ext cx="438912" cy="43891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939653" y="3910432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786034" y="4176508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0478796" y="4176508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0325177" y="3910432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0478796" y="3644356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0786034" y="3644356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7786116" y="3657600"/>
            <a:ext cx="36576" cy="411480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7530084" y="3675888"/>
            <a:ext cx="548640" cy="27432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7493508" y="3639312"/>
            <a:ext cx="164592" cy="10972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914132" y="3639312"/>
            <a:ext cx="164592" cy="109728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6048756" y="4732020"/>
            <a:ext cx="2011680" cy="384048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6152998" y="516864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094476" y="5058918"/>
            <a:ext cx="146304" cy="1463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6065216" y="5088179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6182258" y="5088179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6123737" y="5029658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6123737" y="5146701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6138368" y="510281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6354166" y="537438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295644" y="5264658"/>
            <a:ext cx="146304" cy="146304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266384" y="5293919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6383426" y="5293919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6324905" y="5235398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6324905" y="5352441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339536" y="530855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6555334" y="516864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6496812" y="5058918"/>
            <a:ext cx="146304" cy="14630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6467552" y="5088179"/>
            <a:ext cx="87782" cy="8778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6584594" y="5088179"/>
            <a:ext cx="87782" cy="8778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6526073" y="5029658"/>
            <a:ext cx="87782" cy="8778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6526073" y="5146701"/>
            <a:ext cx="87782" cy="8778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6540704" y="510281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6756502" y="537438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6697980" y="5264658"/>
            <a:ext cx="146304" cy="14630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6668720" y="5293919"/>
            <a:ext cx="87782" cy="8778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6785762" y="5293919"/>
            <a:ext cx="87782" cy="8778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727241" y="5235398"/>
            <a:ext cx="87782" cy="8778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6727241" y="5352441"/>
            <a:ext cx="87782" cy="8778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6741872" y="530855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957670" y="516864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6899148" y="5058918"/>
            <a:ext cx="146304" cy="1463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6869888" y="5088179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6986930" y="5088179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6928409" y="5029658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6928409" y="5146701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6943040" y="510281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158838" y="537438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7100316" y="5264658"/>
            <a:ext cx="146304" cy="146304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7071056" y="5293919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188098" y="5293919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129577" y="5235398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129577" y="5352441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144208" y="530855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7360006" y="516864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301484" y="5058918"/>
            <a:ext cx="146304" cy="14630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7272224" y="5088179"/>
            <a:ext cx="87782" cy="8778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389266" y="5088179"/>
            <a:ext cx="87782" cy="8778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330745" y="5029658"/>
            <a:ext cx="87782" cy="8778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7330745" y="5146701"/>
            <a:ext cx="87782" cy="8778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345376" y="510281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7561174" y="537438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502652" y="5264658"/>
            <a:ext cx="146304" cy="14630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473392" y="5293919"/>
            <a:ext cx="87782" cy="8778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7590434" y="5293919"/>
            <a:ext cx="87782" cy="8778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7531913" y="5235398"/>
            <a:ext cx="87782" cy="8778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7531913" y="5352441"/>
            <a:ext cx="87782" cy="8778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7546544" y="530855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762342" y="516864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703820" y="5058918"/>
            <a:ext cx="146304" cy="1463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7674560" y="5088179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7791602" y="5088179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7733081" y="5029658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7733081" y="5146701"/>
            <a:ext cx="87782" cy="87782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7747712" y="510281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7963510" y="5374386"/>
            <a:ext cx="29260" cy="182880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7904988" y="5264658"/>
            <a:ext cx="146304" cy="146304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7875728" y="5293919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7992770" y="5293919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934249" y="5235398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934249" y="5352441"/>
            <a:ext cx="87782" cy="8778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7948880" y="5308550"/>
            <a:ext cx="58521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6231636" y="4709160"/>
            <a:ext cx="201168" cy="201168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6213348" y="4654296"/>
            <a:ext cx="237744" cy="128016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6213348" y="4782312"/>
            <a:ext cx="237744" cy="292608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6195060" y="5020056"/>
            <a:ext cx="274320" cy="109728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6240780" y="4892040"/>
            <a:ext cx="45720" cy="128016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6377940" y="4892040"/>
            <a:ext cx="45720" cy="128016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6240780" y="507492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6359652" y="5074920"/>
            <a:ext cx="64008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6286500" y="480060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6350508" y="4800600"/>
            <a:ext cx="27432" cy="27432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6304788" y="4837176"/>
            <a:ext cx="54864" cy="2743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6815023" y="4457700"/>
            <a:ext cx="40233" cy="20116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6734556" y="4477816"/>
            <a:ext cx="100584" cy="120700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6734556" y="4558284"/>
            <a:ext cx="80467" cy="10058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6835140" y="4477816"/>
            <a:ext cx="100584" cy="120700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6855256" y="4558284"/>
            <a:ext cx="80467" cy="10058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7806232" y="4629150"/>
            <a:ext cx="32918" cy="164592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7740396" y="4645609"/>
            <a:ext cx="82296" cy="98755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7740396" y="4711446"/>
            <a:ext cx="65836" cy="82296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7822692" y="4645609"/>
            <a:ext cx="82296" cy="98755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7839151" y="4711446"/>
            <a:ext cx="65836" cy="82296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6121908" y="6103620"/>
            <a:ext cx="6039612" cy="1828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612190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648766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685342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721918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758494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795070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831646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868222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904798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941374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977950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14526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51102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87678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124254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160830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197406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6460236" y="3730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A2826"/>
                </a:solidFill>
                <a:latin typeface="Source Han Sans SC"/>
              </a:rPr>
              <a:t>春分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6460236" y="41330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4A3A"/>
                </a:solidFill>
                <a:latin typeface="Nunito"/>
              </a:rPr>
              <a:t>Spring Equinox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6460236" y="435254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078"/>
                </a:solidFill>
                <a:latin typeface="Nunito"/>
              </a:rPr>
              <a:t>Day and night are equal length.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094476" y="3429000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6094476" y="6830568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6094476" y="342900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2161520" y="342900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4" name="Rectangle 203"/>
          <p:cNvSpPr/>
          <p:nvPr/>
        </p:nvSpPr>
        <p:spPr>
          <a:xfrm>
            <a:off x="6094476" y="6103620"/>
            <a:ext cx="6094476" cy="754380"/>
          </a:xfrm>
          <a:prstGeom prst="rect">
            <a:avLst/>
          </a:prstGeom>
          <a:solidFill>
            <a:srgbClr val="90C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094476" y="3429000"/>
            <a:ext cx="6094476" cy="2674620"/>
          </a:xfrm>
          <a:prstGeom prst="rect">
            <a:avLst/>
          </a:prstGeom>
          <a:solidFill>
            <a:srgbClr val="B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0" y="6103620"/>
            <a:ext cx="6094476" cy="754380"/>
          </a:xfrm>
          <a:prstGeom prst="rect">
            <a:avLst/>
          </a:prstGeom>
          <a:solidFill>
            <a:srgbClr val="90C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0" y="3429000"/>
            <a:ext cx="6094476" cy="2674620"/>
          </a:xfrm>
          <a:prstGeom prst="rect">
            <a:avLst/>
          </a:prstGeom>
          <a:solidFill>
            <a:srgbClr val="B8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4476" y="2674620"/>
            <a:ext cx="6094476" cy="7543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4476" y="0"/>
            <a:ext cx="6094476" cy="2674620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E0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74620"/>
            <a:ext cx="6094476" cy="7543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2674620"/>
          </a:xfrm>
          <a:prstGeom prst="rect">
            <a:avLst/>
          </a:prstGeom>
          <a:solidFill>
            <a:srgbClr val="C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A8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45836" y="-45720"/>
            <a:ext cx="365760" cy="36576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57315" y="109728"/>
            <a:ext cx="54864" cy="5486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29300" y="331458"/>
            <a:ext cx="54864" cy="5486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73269" y="331458"/>
            <a:ext cx="54864" cy="5486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45253" y="109728"/>
            <a:ext cx="54864" cy="5486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73268" y="-112002"/>
            <a:ext cx="54864" cy="5486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29300" y="-112002"/>
            <a:ext cx="54864" cy="54864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" y="1097280"/>
            <a:ext cx="1645920" cy="594360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4" y="857250"/>
            <a:ext cx="73152" cy="320040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5448" y="628650"/>
            <a:ext cx="512064" cy="502920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1752" y="491490"/>
            <a:ext cx="411480" cy="384048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960120"/>
            <a:ext cx="263347" cy="2304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8602" y="861365"/>
            <a:ext cx="329184" cy="164592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" y="1058875"/>
            <a:ext cx="65836" cy="131673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4438" y="1009497"/>
            <a:ext cx="65836" cy="65836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2880" y="137160"/>
            <a:ext cx="164592" cy="230428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716" y="137160"/>
            <a:ext cx="32918" cy="230428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235915"/>
            <a:ext cx="164592" cy="32918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2257" y="384048"/>
            <a:ext cx="6583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2257" y="449884"/>
            <a:ext cx="65836" cy="49377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2257" y="515720"/>
            <a:ext cx="65836" cy="49377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8600" y="1575055"/>
            <a:ext cx="170992" cy="170992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3056" y="1528421"/>
            <a:ext cx="202081" cy="108813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3055" y="1637234"/>
            <a:ext cx="202082" cy="248716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7511" y="1839316"/>
            <a:ext cx="233171" cy="93268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649" y="1668323"/>
            <a:ext cx="38862" cy="155448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1" y="1668323"/>
            <a:ext cx="38862" cy="155448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6372" y="1885950"/>
            <a:ext cx="54406" cy="170992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7414" y="1885950"/>
            <a:ext cx="54406" cy="170992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5234" y="1652779"/>
            <a:ext cx="23317" cy="23317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29641" y="1652779"/>
            <a:ext cx="23317" cy="23317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0779" y="1683868"/>
            <a:ext cx="46634" cy="23317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" y="2674620"/>
            <a:ext cx="6039612" cy="1828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319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895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2471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9047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5623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2199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8775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5351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1927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503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5079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1655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8231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4807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1383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79592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01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A2826"/>
                </a:solidFill>
                <a:latin typeface="Source Han Sans SC"/>
              </a:rPr>
              <a:t>清明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7040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4A3A"/>
                </a:solidFill>
                <a:latin typeface="Nunito"/>
              </a:rPr>
              <a:t>Clear and Bright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92354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078"/>
                </a:solidFill>
                <a:latin typeface="Nunito"/>
              </a:rPr>
              <a:t>Sunny day for spring outings.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0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3401568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67044" y="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04788" y="2286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36238" y="2286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967688" y="2286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99138" y="22860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04788" y="54864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36238" y="54864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967688" y="54864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799138" y="54864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04788" y="86868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136238" y="86868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67688" y="86868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799138" y="86868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04788" y="118872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36238" y="118872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967688" y="1188720"/>
            <a:ext cx="27432" cy="109728"/>
          </a:xfrm>
          <a:prstGeom prst="rect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140196" y="1543050"/>
            <a:ext cx="1920240" cy="320040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008876" y="973837"/>
            <a:ext cx="181051" cy="181051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992417" y="924460"/>
            <a:ext cx="213969" cy="11521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92417" y="1039673"/>
            <a:ext cx="213969" cy="263347"/>
          </a:xfrm>
          <a:prstGeom prst="rect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975958" y="1253643"/>
            <a:ext cx="246887" cy="98755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34810" y="107259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222845" y="107259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017105" y="130302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124091" y="130302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058253" y="105613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115861" y="105613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074712" y="1089051"/>
            <a:ext cx="49377" cy="24688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26149" y="212598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204204" y="206745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218834" y="203819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9029" y="212598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7084" y="206745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401714" y="203819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591909" y="212598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569964" y="206745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584594" y="203819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4789" y="212598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752844" y="206745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767474" y="203819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030821" y="212598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008876" y="206745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023506" y="203819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259421" y="212598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237476" y="206745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252106" y="203819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488021" y="212598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076" y="206745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80706" y="203819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716621" y="212598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694676" y="206745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709306" y="203819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945221" y="2125980"/>
            <a:ext cx="29260" cy="14630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923276" y="2067459"/>
            <a:ext cx="8778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937906" y="2038198"/>
            <a:ext cx="73152" cy="58521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121908" y="2674620"/>
            <a:ext cx="6039612" cy="182880"/>
          </a:xfrm>
          <a:prstGeom prst="rect">
            <a:avLst/>
          </a:prstGeom>
          <a:solidFill>
            <a:srgbClr val="A8C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12190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48766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85342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21918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58494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95070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31646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8222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04798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41374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77950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14526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51102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87678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24254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60830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974068" y="2619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60236" y="301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A2826"/>
                </a:solidFill>
                <a:latin typeface="Source Han Sans SC"/>
              </a:rPr>
              <a:t>谷雨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60236" y="7040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4A3A"/>
                </a:solidFill>
                <a:latin typeface="Nunito"/>
              </a:rPr>
              <a:t>Grain Rain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460236" y="92354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078"/>
                </a:solidFill>
                <a:latin typeface="Nunito"/>
              </a:rPr>
              <a:t>Rain helps crops grow well.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094476" y="0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094476" y="3401568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094476" y="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2161520" y="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509260" y="3392424"/>
            <a:ext cx="402336" cy="4023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961888" y="3563417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821070" y="3807320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539436" y="3807320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398618" y="3563417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539436" y="3319514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821070" y="3319514"/>
            <a:ext cx="60350" cy="60350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190549" y="4389120"/>
            <a:ext cx="87782" cy="384048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27202" y="4114800"/>
            <a:ext cx="614476" cy="603504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102767" y="3950208"/>
            <a:ext cx="493776" cy="460857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152" y="5417819"/>
            <a:ext cx="822960" cy="256032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28600" y="5299862"/>
            <a:ext cx="307238" cy="117043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60273" y="5212080"/>
            <a:ext cx="29260" cy="131673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01752" y="5153559"/>
            <a:ext cx="160934" cy="146304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45643" y="5182820"/>
            <a:ext cx="73152" cy="58521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94360" y="5391759"/>
            <a:ext cx="268833" cy="102412"/>
          </a:xfrm>
          <a:prstGeom prst="ellipse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09574" y="5314950"/>
            <a:ext cx="25603" cy="115214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58367" y="5263744"/>
            <a:ext cx="140817" cy="128015"/>
          </a:xfrm>
          <a:prstGeom prst="ellipse">
            <a:avLst/>
          </a:prstGeom>
          <a:solidFill>
            <a:srgbClr val="E8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96772" y="5289347"/>
            <a:ext cx="64007" cy="5120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914400" y="4642867"/>
            <a:ext cx="181051" cy="181051"/>
          </a:xfrm>
          <a:prstGeom prst="ellipse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897941" y="4593490"/>
            <a:ext cx="213969" cy="11521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97941" y="4708703"/>
            <a:ext cx="213969" cy="263347"/>
          </a:xfrm>
          <a:prstGeom prst="rect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881482" y="4922673"/>
            <a:ext cx="246887" cy="98755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40334" y="474162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28369" y="4741621"/>
            <a:ext cx="41148" cy="164592"/>
          </a:xfrm>
          <a:prstGeom prst="rect">
            <a:avLst/>
          </a:prstGeom>
          <a:solidFill>
            <a:srgbClr val="F5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22629" y="497205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29615" y="4972050"/>
            <a:ext cx="57607" cy="181051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63777" y="472516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21385" y="4725163"/>
            <a:ext cx="24688" cy="24688"/>
          </a:xfrm>
          <a:prstGeom prst="ellipse">
            <a:avLst/>
          </a:prstGeom>
          <a:solidFill>
            <a:srgbClr val="2A2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980236" y="4758081"/>
            <a:ext cx="49377" cy="24688"/>
          </a:xfrm>
          <a:prstGeom prst="ellipse">
            <a:avLst/>
          </a:prstGeom>
          <a:solidFill>
            <a:srgbClr val="E8A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7432" y="6103620"/>
            <a:ext cx="6039612" cy="182880"/>
          </a:xfrm>
          <a:prstGeom prst="rect">
            <a:avLst/>
          </a:prstGeom>
          <a:solidFill>
            <a:srgbClr val="90C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743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9319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5895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12471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49047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85623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222199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58775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95351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31927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68503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05079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41655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78231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14807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51383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879592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65760" y="3730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A2826"/>
                </a:solidFill>
                <a:latin typeface="Source Han Sans SC"/>
              </a:rPr>
              <a:t>立夏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65760" y="41330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4A3A"/>
                </a:solidFill>
                <a:latin typeface="Nunito"/>
              </a:rPr>
              <a:t>Start of Summer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65760" y="435254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078"/>
                </a:solidFill>
                <a:latin typeface="Nunito"/>
              </a:rPr>
              <a:t>Summer comes. Plants grow fast.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0" y="3429000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0" y="6830568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0" y="342900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067044" y="342900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6195060" y="3319272"/>
            <a:ext cx="438912" cy="438912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6688836" y="3505810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535217" y="3771886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6227979" y="3771886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6074360" y="3505810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6227979" y="3239734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6535217" y="3239734"/>
            <a:ext cx="65836" cy="65836"/>
          </a:xfrm>
          <a:prstGeom prst="ellipse">
            <a:avLst/>
          </a:prstGeom>
          <a:solidFill>
            <a:srgbClr val="E8D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551676" y="4732020"/>
            <a:ext cx="1188720" cy="457200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1430000" y="4613148"/>
            <a:ext cx="512064" cy="512064"/>
          </a:xfrm>
          <a:prstGeom prst="ellipse">
            <a:avLst/>
          </a:prstGeom>
          <a:solidFill>
            <a:srgbClr val="D8C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1612880" y="4796028"/>
            <a:ext cx="146304" cy="146304"/>
          </a:xfrm>
          <a:prstGeom prst="ellipse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1667744" y="4613148"/>
            <a:ext cx="36576" cy="512064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1430000" y="4850892"/>
            <a:ext cx="512064" cy="36576"/>
          </a:xfrm>
          <a:prstGeom prst="rect">
            <a:avLst/>
          </a:prstGeom>
          <a:solidFill>
            <a:srgbClr val="5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780276" y="5760720"/>
            <a:ext cx="1097280" cy="182880"/>
          </a:xfrm>
          <a:prstGeom prst="ellipse">
            <a:avLst/>
          </a:prstGeom>
          <a:solidFill>
            <a:srgbClr val="98B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121908" y="6103620"/>
            <a:ext cx="6039612" cy="182880"/>
          </a:xfrm>
          <a:prstGeom prst="rect">
            <a:avLst/>
          </a:prstGeom>
          <a:solidFill>
            <a:srgbClr val="90C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12190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48766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5342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1918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58494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95070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31646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68222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04798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1374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77950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014526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051102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087678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124254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160830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974068" y="6048756"/>
            <a:ext cx="27432" cy="73152"/>
          </a:xfrm>
          <a:prstGeom prst="rect">
            <a:avLst/>
          </a:prstGeom>
          <a:solidFill>
            <a:srgbClr val="B8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460236" y="3730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A2826"/>
                </a:solidFill>
                <a:latin typeface="Source Han Sans SC"/>
              </a:rPr>
              <a:t>小满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460236" y="41330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4A3A"/>
                </a:solidFill>
                <a:latin typeface="Nunito"/>
              </a:rPr>
              <a:t>Grain Full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460236" y="435254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078"/>
                </a:solidFill>
                <a:latin typeface="Nunito"/>
              </a:rPr>
              <a:t>Grains start to become full.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094476" y="3429000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94476" y="6830568"/>
            <a:ext cx="6094476" cy="27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094476" y="342900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2161520" y="3429000"/>
            <a:ext cx="27432" cy="3429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