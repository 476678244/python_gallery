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7" name="Rectangle 616"/>
          <p:cNvSpPr/>
          <p:nvPr/>
        </p:nvSpPr>
        <p:spPr>
          <a:xfrm>
            <a:off x="6094476" y="6638544"/>
            <a:ext cx="6094476" cy="219456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6094476" y="3429000"/>
            <a:ext cx="6094476" cy="1303020"/>
          </a:xfrm>
          <a:prstGeom prst="rect">
            <a:avLst/>
          </a:prstGeom>
          <a:solidFill>
            <a:srgbClr val="A8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C8E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0" y="6638544"/>
            <a:ext cx="6094476" cy="219456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0" y="3429000"/>
            <a:ext cx="6094476" cy="1303020"/>
          </a:xfrm>
          <a:prstGeom prst="rect">
            <a:avLst/>
          </a:prstGeom>
          <a:solidFill>
            <a:srgbClr val="CCE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6094476" y="3209544"/>
            <a:ext cx="6094476" cy="219456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6094476" y="0"/>
            <a:ext cx="6094476" cy="1303020"/>
          </a:xfrm>
          <a:prstGeom prst="rect">
            <a:avLst/>
          </a:prstGeom>
          <a:solidFill>
            <a:srgbClr val="A8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C8E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9544"/>
            <a:ext cx="6094476" cy="219456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03020"/>
          </a:xfrm>
          <a:prstGeom prst="rect">
            <a:avLst/>
          </a:prstGeom>
          <a:solidFill>
            <a:srgbClr val="A8D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C8E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82880" y="1165860"/>
            <a:ext cx="1371600" cy="420624"/>
          </a:xfrm>
          <a:prstGeom prst="ellipse">
            <a:avLst/>
          </a:prstGeom>
          <a:solidFill>
            <a:srgbClr val="B0D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303020"/>
            <a:ext cx="1645920" cy="402336"/>
          </a:xfrm>
          <a:prstGeom prst="ellipse">
            <a:avLst/>
          </a:prstGeom>
          <a:solidFill>
            <a:srgbClr val="A0D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54864"/>
            <a:ext cx="512064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26464" y="18288"/>
            <a:ext cx="329184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54396" y="-146304"/>
            <a:ext cx="475488" cy="47548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966460" y="4572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72722" y="27202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46420" y="3657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20118" y="27202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26380" y="4572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20118" y="-18058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46420" y="-27432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72722" y="-18058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554480" y="1097280"/>
            <a:ext cx="292608" cy="219456"/>
          </a:xfrm>
          <a:prstGeom prst="rect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517904" y="969264"/>
            <a:ext cx="365760" cy="146304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664208" y="1188720"/>
            <a:ext cx="73152" cy="12801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81912" y="1133856"/>
            <a:ext cx="64008" cy="64008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755648" y="1133856"/>
            <a:ext cx="64008" cy="64008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175004" y="754380"/>
            <a:ext cx="137160" cy="71323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86968" y="857250"/>
            <a:ext cx="384048" cy="8229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1016" y="720090"/>
            <a:ext cx="356616" cy="8229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51560" y="555498"/>
            <a:ext cx="274320" cy="6858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41832" y="418338"/>
            <a:ext cx="192024" cy="5486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43584" y="500634"/>
            <a:ext cx="219456" cy="5486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243584" y="333756"/>
            <a:ext cx="82296" cy="6400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89888" y="297180"/>
            <a:ext cx="82296" cy="6400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499616" y="370332"/>
            <a:ext cx="82296" cy="6400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8720" y="406908"/>
            <a:ext cx="82296" cy="6400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35024" y="461772"/>
            <a:ext cx="82296" cy="6400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52744" y="1028700"/>
            <a:ext cx="100584" cy="52303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1518" y="930402"/>
            <a:ext cx="281635" cy="6035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023152" y="829818"/>
            <a:ext cx="261518" cy="6035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62219" y="709117"/>
            <a:ext cx="201168" cy="502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81752" y="608533"/>
            <a:ext cx="140817" cy="40233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03036" y="668883"/>
            <a:ext cx="160934" cy="40233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003036" y="736092"/>
            <a:ext cx="64008" cy="4572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112764" y="699516"/>
            <a:ext cx="64008" cy="4572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" y="1783080"/>
            <a:ext cx="905256" cy="427939"/>
          </a:xfrm>
          <a:prstGeom prst="ellipse">
            <a:avLst/>
          </a:prstGeom>
          <a:solidFill>
            <a:srgbClr val="C8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7472" y="1815998"/>
            <a:ext cx="197510" cy="13167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76656" y="1980590"/>
            <a:ext cx="230428" cy="1645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40003" y="1684325"/>
            <a:ext cx="296265" cy="263347"/>
          </a:xfrm>
          <a:prstGeom prst="ellipse">
            <a:avLst/>
          </a:prstGeom>
          <a:solidFill>
            <a:srgbClr val="C8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137513" y="1750162"/>
            <a:ext cx="49377" cy="4937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72921" y="1486815"/>
            <a:ext cx="82296" cy="197510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04595" y="1486815"/>
            <a:ext cx="82296" cy="197510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46227" y="1815998"/>
            <a:ext cx="263347" cy="230428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29768" y="1783080"/>
            <a:ext cx="296265" cy="82296"/>
          </a:xfrm>
          <a:prstGeom prst="ellipse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81635" y="2145182"/>
            <a:ext cx="98755" cy="296265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29768" y="2145182"/>
            <a:ext cx="98755" cy="296265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26033" y="2145182"/>
            <a:ext cx="98755" cy="296265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4166" y="2145182"/>
            <a:ext cx="98755" cy="296265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17044" y="1865376"/>
            <a:ext cx="131673" cy="296265"/>
          </a:xfrm>
          <a:prstGeom prst="ellipse">
            <a:avLst/>
          </a:prstGeom>
          <a:solidFill>
            <a:srgbClr val="C88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457200" y="713232"/>
            <a:ext cx="164592" cy="164592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3484" y="685800"/>
            <a:ext cx="192024" cy="98755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498348" y="768096"/>
            <a:ext cx="20574" cy="2057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60069" y="768096"/>
            <a:ext cx="20574" cy="2057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5780" y="836676"/>
            <a:ext cx="27432" cy="13716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70916" y="802386"/>
            <a:ext cx="27432" cy="205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0644" y="802386"/>
            <a:ext cx="27432" cy="205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57200" y="891540"/>
            <a:ext cx="164592" cy="205739"/>
          </a:xfrm>
          <a:prstGeom prst="rect">
            <a:avLst/>
          </a:prstGeom>
          <a:solidFill>
            <a:srgbClr val="FF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9768" y="905256"/>
            <a:ext cx="34290" cy="123444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14934" y="905256"/>
            <a:ext cx="34290" cy="123444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70916" y="1097279"/>
            <a:ext cx="61722" cy="15087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6354" y="1097279"/>
            <a:ext cx="61722" cy="15087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457200" y="1229867"/>
            <a:ext cx="82296" cy="480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532638" y="1229867"/>
            <a:ext cx="82296" cy="480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463040" y="18288"/>
            <a:ext cx="160934" cy="204825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499616" y="18288"/>
            <a:ext cx="87782" cy="204825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506931" y="237744"/>
            <a:ext cx="73152" cy="43891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1506931" y="325526"/>
            <a:ext cx="73152" cy="43891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506931" y="413308"/>
            <a:ext cx="73152" cy="43891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545336" y="256032"/>
            <a:ext cx="18288" cy="457200"/>
          </a:xfrm>
          <a:prstGeom prst="rect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243584" y="54864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26464" y="27432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700784" y="73152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901952" y="36576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7782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4864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4241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34086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201168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50545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98678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65760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415137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563270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530352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579729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910742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77824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27201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075333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42415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91792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239926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207008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256385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404518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371600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420977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569110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36192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1585569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1733702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1700784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750161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898294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865376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1914753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44598" y="2468880"/>
            <a:ext cx="32918" cy="21396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2011680" y="2419503"/>
            <a:ext cx="115214" cy="822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061057" y="2370125"/>
            <a:ext cx="82296" cy="6583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91440" y="2331720"/>
            <a:ext cx="91440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18872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329184" y="2331720"/>
            <a:ext cx="91440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56616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603504" y="2331720"/>
            <a:ext cx="91440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630936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859536" y="2331720"/>
            <a:ext cx="91440" cy="73152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886968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133856" y="2331720"/>
            <a:ext cx="91440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61288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408176" y="2331720"/>
            <a:ext cx="91440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35608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1682496" y="2331720"/>
            <a:ext cx="91440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709928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1938528" y="2331720"/>
            <a:ext cx="91440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1965960" y="2263140"/>
            <a:ext cx="36576" cy="365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6576" y="3209544"/>
            <a:ext cx="6021324" cy="201168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40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097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103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2560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566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4023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029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486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492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949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955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412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9418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875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0881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11338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12344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2801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3807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4264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5270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15727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16733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17190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8196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8653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9659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20116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21122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21579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22585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23042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24048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24505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25511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25968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26974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7432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28437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28895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9900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30358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31363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31821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32826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33284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4290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4747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5753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210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7216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37673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38679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9136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0142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0599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1605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2062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3068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3525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44531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44988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5994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6451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47457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7914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48920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49377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0383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0840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1846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2303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3309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53766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54772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55229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56235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56692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57698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58155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9161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59618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09728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立春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9728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Start of Spring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9728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Spring begins. It gets warmer.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0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605790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7100316" y="91440"/>
            <a:ext cx="1097280" cy="420624"/>
          </a:xfrm>
          <a:prstGeom prst="ellipse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7374636" y="-91440"/>
            <a:ext cx="640080" cy="365760"/>
          </a:xfrm>
          <a:prstGeom prst="ellipse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7740396" y="0"/>
            <a:ext cx="457200" cy="310896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7319772" y="43891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7571232" y="43891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7822692" y="43891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8074152" y="43891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7319772" y="60350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7571232" y="60350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7822692" y="60350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8074152" y="60350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7319772" y="76809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571232" y="76809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22692" y="76809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074152" y="76809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7319772" y="9326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7571232" y="9326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7822692" y="9326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8074152" y="9326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7319772" y="109728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7571232" y="109728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7822692" y="109728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8074152" y="109728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7319772" y="126187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7571232" y="126187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460236" y="1303020"/>
            <a:ext cx="1920240" cy="347472"/>
          </a:xfrm>
          <a:prstGeom prst="ellipse">
            <a:avLst/>
          </a:prstGeom>
          <a:solidFill>
            <a:srgbClr val="A0C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6149340" y="2468880"/>
            <a:ext cx="2194560" cy="182880"/>
          </a:xfrm>
          <a:prstGeom prst="ellipse">
            <a:avLst/>
          </a:prstGeom>
          <a:solidFill>
            <a:srgbClr val="88B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6313932" y="2537460"/>
            <a:ext cx="128016" cy="64008"/>
          </a:xfrm>
          <a:prstGeom prst="ellipse">
            <a:avLst/>
          </a:prstGeom>
          <a:solidFill>
            <a:srgbClr val="AA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6716268" y="2537460"/>
            <a:ext cx="128016" cy="64008"/>
          </a:xfrm>
          <a:prstGeom prst="ellipse">
            <a:avLst/>
          </a:prstGeom>
          <a:solidFill>
            <a:srgbClr val="AA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7136891" y="2537460"/>
            <a:ext cx="128016" cy="64008"/>
          </a:xfrm>
          <a:prstGeom prst="ellipse">
            <a:avLst/>
          </a:prstGeom>
          <a:solidFill>
            <a:srgbClr val="AA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7557516" y="2537460"/>
            <a:ext cx="128016" cy="64008"/>
          </a:xfrm>
          <a:prstGeom prst="ellipse">
            <a:avLst/>
          </a:prstGeom>
          <a:solidFill>
            <a:srgbClr val="AA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923276" y="2537460"/>
            <a:ext cx="128016" cy="64008"/>
          </a:xfrm>
          <a:prstGeom prst="ellipse">
            <a:avLst/>
          </a:prstGeom>
          <a:solidFill>
            <a:srgbClr val="AAC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697979" y="795528"/>
            <a:ext cx="877824" cy="411479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095743" y="960120"/>
            <a:ext cx="82296" cy="57607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972300" y="1074420"/>
            <a:ext cx="274320" cy="27432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949440" y="1028700"/>
            <a:ext cx="320040" cy="16459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7040880" y="1165860"/>
            <a:ext cx="34290" cy="3429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7143750" y="1165860"/>
            <a:ext cx="34290" cy="3429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7086600" y="1280159"/>
            <a:ext cx="45720" cy="2286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995160" y="1223010"/>
            <a:ext cx="45720" cy="3429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7178039" y="1223010"/>
            <a:ext cx="45720" cy="3429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6972300" y="1371600"/>
            <a:ext cx="274320" cy="188595"/>
          </a:xfrm>
          <a:prstGeom prst="rect">
            <a:avLst/>
          </a:prstGeom>
          <a:solidFill>
            <a:srgbClr val="4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926580" y="1508760"/>
            <a:ext cx="365760" cy="171450"/>
          </a:xfrm>
          <a:prstGeom prst="ellipse">
            <a:avLst/>
          </a:prstGeom>
          <a:solidFill>
            <a:srgbClr val="4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6926580" y="1394460"/>
            <a:ext cx="57150" cy="20573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7235190" y="1394460"/>
            <a:ext cx="57150" cy="205739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995160" y="1714500"/>
            <a:ext cx="102869" cy="25146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7120890" y="1714500"/>
            <a:ext cx="102869" cy="25146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6972300" y="1947672"/>
            <a:ext cx="137160" cy="80010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7098030" y="1947672"/>
            <a:ext cx="137160" cy="80010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7557516" y="1851660"/>
            <a:ext cx="859536" cy="256032"/>
          </a:xfrm>
          <a:prstGeom prst="ellipse">
            <a:avLst/>
          </a:prstGeom>
          <a:solidFill>
            <a:srgbClr val="88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7354520" y="1559052"/>
            <a:ext cx="442569" cy="18105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7434987" y="1518818"/>
            <a:ext cx="281635" cy="140817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7555688" y="1327709"/>
            <a:ext cx="40233" cy="241401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7636154" y="1307592"/>
            <a:ext cx="160934" cy="1408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7565745" y="1429543"/>
            <a:ext cx="160934" cy="1408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7424929" y="1429543"/>
            <a:ext cx="160934" cy="1408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7354520" y="1307592"/>
            <a:ext cx="160934" cy="1408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7424929" y="1185641"/>
            <a:ext cx="160934" cy="1408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565745" y="1185641"/>
            <a:ext cx="160934" cy="1408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7505396" y="1337768"/>
            <a:ext cx="140817" cy="12070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7807148" y="1684782"/>
            <a:ext cx="341985" cy="139903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7869327" y="1653692"/>
            <a:ext cx="217627" cy="108813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7962596" y="1506017"/>
            <a:ext cx="31089" cy="186537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024774" y="1490472"/>
            <a:ext cx="124358" cy="10881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7970367" y="1584706"/>
            <a:ext cx="124358" cy="10881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7861555" y="1584706"/>
            <a:ext cx="124358" cy="10881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7807148" y="1490472"/>
            <a:ext cx="124358" cy="10881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7861555" y="1396238"/>
            <a:ext cx="124358" cy="10881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7970367" y="1396238"/>
            <a:ext cx="124358" cy="10881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7923734" y="1513790"/>
            <a:ext cx="108813" cy="9326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7646213" y="1812798"/>
            <a:ext cx="261518" cy="106984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7693762" y="1789023"/>
            <a:ext cx="166420" cy="83210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7765085" y="1676096"/>
            <a:ext cx="23774" cy="142646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7812634" y="1664208"/>
            <a:ext cx="95097" cy="8321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771029" y="1736269"/>
            <a:ext cx="95097" cy="8321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7687820" y="1736269"/>
            <a:ext cx="95097" cy="8321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7646214" y="1664208"/>
            <a:ext cx="95097" cy="8321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7687819" y="1592147"/>
            <a:ext cx="95097" cy="8321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771029" y="1592147"/>
            <a:ext cx="95097" cy="8321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735367" y="1682039"/>
            <a:ext cx="83210" cy="71323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7411212" y="2125980"/>
            <a:ext cx="201168" cy="91440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7429500" y="1851660"/>
            <a:ext cx="178308" cy="12344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463790" y="1769364"/>
            <a:ext cx="109728" cy="9601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56932" y="1755648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7511796" y="1755648"/>
            <a:ext cx="41148" cy="411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470648" y="1769364"/>
            <a:ext cx="20574" cy="2057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7525512" y="1769364"/>
            <a:ext cx="20574" cy="2057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360920" y="1906524"/>
            <a:ext cx="109728" cy="4800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552944" y="1906524"/>
            <a:ext cx="109728" cy="4800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6178600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6149340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6193231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324904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6295644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6339535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489496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6460236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6504127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6654088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624828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6668719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7129576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00316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144207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7312456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283196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327087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7550200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520940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564831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7769656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740396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7784287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7989112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959852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003743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8190279" y="2468880"/>
            <a:ext cx="29260" cy="190195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8161019" y="2424989"/>
            <a:ext cx="102412" cy="7315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204910" y="2381098"/>
            <a:ext cx="73152" cy="5852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6131052" y="3209544"/>
            <a:ext cx="6021324" cy="201168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61584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62042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63047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63505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64510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64968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65973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6431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67437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67894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68900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69357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70363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70820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71826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72283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73289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73746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74752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75209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76215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76672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77678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78135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79141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79598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80604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81061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82067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82524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83530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83987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84993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85450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86456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86913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87919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8376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89382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89839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90845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91302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92308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92765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93771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94228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95234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95691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96697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97155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98160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98618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99623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100081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101086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101544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102549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103007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104013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04470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105476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105933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106939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7396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08402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859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09865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10322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11328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11785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12791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13248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14254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14711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15717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16174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17180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17637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118643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119100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120106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120563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6204204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雨水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6204204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Rain Water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6204204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More rain. Everything grows.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6094476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60944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121523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731520" y="3447288"/>
            <a:ext cx="1463040" cy="475488"/>
          </a:xfrm>
          <a:prstGeom prst="ellipse">
            <a:avLst/>
          </a:prstGeom>
          <a:solidFill>
            <a:srgbClr val="88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1005840" y="3392424"/>
            <a:ext cx="822960" cy="420624"/>
          </a:xfrm>
          <a:prstGeom prst="ellipse">
            <a:avLst/>
          </a:prstGeom>
          <a:solidFill>
            <a:srgbClr val="77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463040" y="3465576"/>
            <a:ext cx="640080" cy="347472"/>
          </a:xfrm>
          <a:prstGeom prst="ellipse">
            <a:avLst/>
          </a:prstGeom>
          <a:solidFill>
            <a:srgbClr val="99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5710428" y="3282696"/>
            <a:ext cx="365760" cy="36576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6112764" y="341985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6035095" y="3607363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5847588" y="368503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5660081" y="3607363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5582412" y="341985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5660081" y="323234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5847588" y="315468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6035095" y="323234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1280160" y="3813048"/>
            <a:ext cx="109728" cy="256032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1170432" y="3995928"/>
            <a:ext cx="274320" cy="91440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1316736" y="4069080"/>
            <a:ext cx="109728" cy="237744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1645920" y="3794760"/>
            <a:ext cx="73152" cy="146304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1572768" y="3904488"/>
            <a:ext cx="182880" cy="54864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1673352" y="3941064"/>
            <a:ext cx="73152" cy="128016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-182880" y="4800600"/>
            <a:ext cx="1371600" cy="402336"/>
          </a:xfrm>
          <a:prstGeom prst="ellipse">
            <a:avLst/>
          </a:prstGeom>
          <a:solidFill>
            <a:srgbClr val="BBD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640080" y="4937760"/>
            <a:ext cx="1737360" cy="365760"/>
          </a:xfrm>
          <a:prstGeom prst="ellipse">
            <a:avLst/>
          </a:prstGeom>
          <a:solidFill>
            <a:srgbClr val="CCD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1737360" y="4542739"/>
            <a:ext cx="109728" cy="54864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463040" y="4323284"/>
            <a:ext cx="658368" cy="43891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550823" y="4147719"/>
            <a:ext cx="482803" cy="373075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638605" y="4037991"/>
            <a:ext cx="307238" cy="24140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46304" y="5212080"/>
            <a:ext cx="347472" cy="260603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250545" y="5073092"/>
            <a:ext cx="138988" cy="1389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215798" y="5264200"/>
            <a:ext cx="69494" cy="6949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215798" y="5368442"/>
            <a:ext cx="69494" cy="6949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Oval 464"/>
          <p:cNvSpPr/>
          <p:nvPr/>
        </p:nvSpPr>
        <p:spPr>
          <a:xfrm>
            <a:off x="354787" y="5264200"/>
            <a:ext cx="69494" cy="6949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354787" y="5368442"/>
            <a:ext cx="69494" cy="6949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302666" y="5212080"/>
            <a:ext cx="34747" cy="260603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1280160" y="5212080"/>
            <a:ext cx="332841" cy="230428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1344167" y="5058461"/>
            <a:ext cx="204825" cy="17922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331366" y="5032858"/>
            <a:ext cx="76809" cy="76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1433779" y="5032858"/>
            <a:ext cx="76809" cy="7680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356969" y="5058461"/>
            <a:ext cx="38404" cy="3840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459382" y="5058461"/>
            <a:ext cx="38404" cy="3840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152145" y="5314492"/>
            <a:ext cx="204825" cy="8961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510588" y="5314492"/>
            <a:ext cx="204825" cy="8961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731520" y="5692140"/>
            <a:ext cx="146304" cy="219456"/>
          </a:xfrm>
          <a:prstGeom prst="ellipse">
            <a:avLst/>
          </a:prstGeom>
          <a:solidFill>
            <a:srgbClr val="CC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749808" y="5417819"/>
            <a:ext cx="109728" cy="109728"/>
          </a:xfrm>
          <a:prstGeom prst="ellipse">
            <a:avLst/>
          </a:prstGeom>
          <a:solidFill>
            <a:srgbClr val="CC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777240" y="5349240"/>
            <a:ext cx="36576" cy="36576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813816" y="5349240"/>
            <a:ext cx="36576" cy="36576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512064" y="5623560"/>
            <a:ext cx="146304" cy="109728"/>
          </a:xfrm>
          <a:prstGeom prst="ellipse">
            <a:avLst/>
          </a:prstGeom>
          <a:solidFill>
            <a:srgbClr val="CC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566928" y="5417819"/>
            <a:ext cx="73152" cy="73152"/>
          </a:xfrm>
          <a:prstGeom prst="ellipse">
            <a:avLst/>
          </a:prstGeom>
          <a:solidFill>
            <a:srgbClr val="DDA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475488" y="5554980"/>
            <a:ext cx="164592" cy="128016"/>
          </a:xfrm>
          <a:prstGeom prst="ellipse">
            <a:avLst/>
          </a:prstGeom>
          <a:solidFill>
            <a:srgbClr val="BB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91440" y="5829300"/>
            <a:ext cx="36576" cy="23774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54864" y="5774436"/>
            <a:ext cx="128016" cy="91440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9728" y="5719572"/>
            <a:ext cx="91440" cy="73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256763" y="5692140"/>
            <a:ext cx="37307" cy="242498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219456" y="5636179"/>
            <a:ext cx="130576" cy="9326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275417" y="5580218"/>
            <a:ext cx="93268" cy="74615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422087" y="5760720"/>
            <a:ext cx="38039" cy="247253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384048" y="5703662"/>
            <a:ext cx="133136" cy="95097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441106" y="5646603"/>
            <a:ext cx="95097" cy="76078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587410" y="5623560"/>
            <a:ext cx="38770" cy="252008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548640" y="5565405"/>
            <a:ext cx="135696" cy="9692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06795" y="5507249"/>
            <a:ext cx="96926" cy="7754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917326" y="5692140"/>
            <a:ext cx="39502" cy="256763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877824" y="5632887"/>
            <a:ext cx="138257" cy="98755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37077" y="5573634"/>
            <a:ext cx="98755" cy="7900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1082648" y="5554980"/>
            <a:ext cx="40233" cy="261518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1042415" y="5494630"/>
            <a:ext cx="140817" cy="100584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1102765" y="5434280"/>
            <a:ext cx="100584" cy="80467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247973" y="5760720"/>
            <a:ext cx="40965" cy="266273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1207008" y="5699273"/>
            <a:ext cx="143377" cy="10241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1268455" y="5637825"/>
            <a:ext cx="102412" cy="81930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413296" y="5623560"/>
            <a:ext cx="41696" cy="271028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1371600" y="5561016"/>
            <a:ext cx="145938" cy="10424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1434144" y="5498471"/>
            <a:ext cx="104241" cy="83393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1615196" y="5692140"/>
            <a:ext cx="42428" cy="275783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572768" y="5628498"/>
            <a:ext cx="148498" cy="106070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636410" y="5564856"/>
            <a:ext cx="106070" cy="8485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1780519" y="5554980"/>
            <a:ext cx="43159" cy="280537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737360" y="5490241"/>
            <a:ext cx="151058" cy="107899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802099" y="5425501"/>
            <a:ext cx="107899" cy="86319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1945843" y="5760720"/>
            <a:ext cx="43891" cy="28529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901952" y="5694884"/>
            <a:ext cx="153619" cy="10972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967788" y="5629047"/>
            <a:ext cx="109728" cy="8778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2092878" y="5623560"/>
            <a:ext cx="44622" cy="290047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2048256" y="5556626"/>
            <a:ext cx="156179" cy="11155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2115190" y="5489692"/>
            <a:ext cx="111556" cy="89245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1042415" y="4663440"/>
            <a:ext cx="201168" cy="120700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1203349" y="4663440"/>
            <a:ext cx="201168" cy="12070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1112823" y="4603090"/>
            <a:ext cx="60350" cy="20116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1554480" y="4800600"/>
            <a:ext cx="146304" cy="87782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1671523" y="4800600"/>
            <a:ext cx="146304" cy="8778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1605686" y="4756709"/>
            <a:ext cx="43891" cy="146304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36576" y="6638544"/>
            <a:ext cx="6021324" cy="201168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640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1097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2103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2560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3566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4023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5029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5486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6492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6949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7955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8412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9418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9875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10881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11338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2344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12801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13807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14264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5270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5727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6733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7190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8196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8653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9659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20116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21122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21579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22585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23042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24048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24505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25511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25968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26974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27432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28437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28895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29900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30358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31363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31821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32826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33284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34290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34747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35753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36210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37216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37673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38679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39136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40142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40599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41605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42062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43068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43525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44531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44988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45994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46451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47457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47914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48920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49377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50383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50840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51846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52303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53309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53766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54772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55229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56235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56692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57698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58155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59161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59618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TextBox 607"/>
          <p:cNvSpPr txBox="1"/>
          <p:nvPr/>
        </p:nvSpPr>
        <p:spPr>
          <a:xfrm>
            <a:off x="109728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惊蛰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09728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Awakening of Insects</a:t>
            </a:r>
          </a:p>
        </p:txBody>
      </p:sp>
      <p:sp>
        <p:nvSpPr>
          <p:cNvPr id="610" name="TextBox 609"/>
          <p:cNvSpPr txBox="1"/>
          <p:nvPr/>
        </p:nvSpPr>
        <p:spPr>
          <a:xfrm>
            <a:off x="109728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Thunder wakes sleeping insects.</a:t>
            </a:r>
          </a:p>
        </p:txBody>
      </p:sp>
      <p:sp>
        <p:nvSpPr>
          <p:cNvPr id="611" name="Rectangle 610"/>
          <p:cNvSpPr/>
          <p:nvPr/>
        </p:nvSpPr>
        <p:spPr>
          <a:xfrm>
            <a:off x="0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605790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Oval 617"/>
          <p:cNvSpPr/>
          <p:nvPr/>
        </p:nvSpPr>
        <p:spPr>
          <a:xfrm>
            <a:off x="11530584" y="3246120"/>
            <a:ext cx="512064" cy="5120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Oval 618"/>
          <p:cNvSpPr/>
          <p:nvPr/>
        </p:nvSpPr>
        <p:spPr>
          <a:xfrm>
            <a:off x="12079224" y="345643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11980130" y="369566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Oval 620"/>
          <p:cNvSpPr/>
          <p:nvPr/>
        </p:nvSpPr>
        <p:spPr>
          <a:xfrm>
            <a:off x="11740896" y="37947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11501662" y="369566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11402568" y="345643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11501662" y="321719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11740896" y="311810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11980130" y="321719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7374636" y="3447288"/>
            <a:ext cx="493776" cy="1828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7520940" y="3410712"/>
            <a:ext cx="310896" cy="14630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7831836" y="3630168"/>
            <a:ext cx="54864" cy="51206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7502652" y="3657600"/>
            <a:ext cx="713232" cy="3657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7466076" y="3611880"/>
            <a:ext cx="219456" cy="12801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520940" y="3483864"/>
            <a:ext cx="128016" cy="12801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7996428" y="3611880"/>
            <a:ext cx="219456" cy="128016"/>
          </a:xfrm>
          <a:prstGeom prst="ellipse">
            <a:avLst/>
          </a:prstGeom>
          <a:solidFill>
            <a:srgbClr val="88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8051292" y="3483864"/>
            <a:ext cx="128016" cy="128016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6003036" y="4526280"/>
            <a:ext cx="2468880" cy="402336"/>
          </a:xfrm>
          <a:prstGeom prst="ellipse">
            <a:avLst/>
          </a:prstGeom>
          <a:solidFill>
            <a:srgbClr val="B0D8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6213348" y="5143500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6149340" y="4978908"/>
            <a:ext cx="182880" cy="16459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6195060" y="50154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6432804" y="5106924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6368796" y="4942332"/>
            <a:ext cx="182880" cy="164592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6414516" y="497890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Rectangle 641"/>
          <p:cNvSpPr/>
          <p:nvPr/>
        </p:nvSpPr>
        <p:spPr>
          <a:xfrm>
            <a:off x="6652260" y="5143500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6588252" y="4978908"/>
            <a:ext cx="182880" cy="1645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6633972" y="50154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6871716" y="5106924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07708" y="4942332"/>
            <a:ext cx="182880" cy="16459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Oval 646"/>
          <p:cNvSpPr/>
          <p:nvPr/>
        </p:nvSpPr>
        <p:spPr>
          <a:xfrm>
            <a:off x="6853428" y="497890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8" name="Rectangle 647"/>
          <p:cNvSpPr/>
          <p:nvPr/>
        </p:nvSpPr>
        <p:spPr>
          <a:xfrm>
            <a:off x="7091172" y="5143500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Oval 648"/>
          <p:cNvSpPr/>
          <p:nvPr/>
        </p:nvSpPr>
        <p:spPr>
          <a:xfrm>
            <a:off x="7027164" y="4978908"/>
            <a:ext cx="182880" cy="16459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0" name="Oval 649"/>
          <p:cNvSpPr/>
          <p:nvPr/>
        </p:nvSpPr>
        <p:spPr>
          <a:xfrm>
            <a:off x="7072884" y="50154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1" name="Rectangle 650"/>
          <p:cNvSpPr/>
          <p:nvPr/>
        </p:nvSpPr>
        <p:spPr>
          <a:xfrm>
            <a:off x="7310628" y="5106924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2" name="Oval 651"/>
          <p:cNvSpPr/>
          <p:nvPr/>
        </p:nvSpPr>
        <p:spPr>
          <a:xfrm>
            <a:off x="7246620" y="4942332"/>
            <a:ext cx="182880" cy="164592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Oval 652"/>
          <p:cNvSpPr/>
          <p:nvPr/>
        </p:nvSpPr>
        <p:spPr>
          <a:xfrm>
            <a:off x="7292340" y="497890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Rectangle 653"/>
          <p:cNvSpPr/>
          <p:nvPr/>
        </p:nvSpPr>
        <p:spPr>
          <a:xfrm>
            <a:off x="7530084" y="5143500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Oval 654"/>
          <p:cNvSpPr/>
          <p:nvPr/>
        </p:nvSpPr>
        <p:spPr>
          <a:xfrm>
            <a:off x="7466076" y="4978908"/>
            <a:ext cx="182880" cy="1645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6" name="Oval 655"/>
          <p:cNvSpPr/>
          <p:nvPr/>
        </p:nvSpPr>
        <p:spPr>
          <a:xfrm>
            <a:off x="7511796" y="50154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7" name="Rectangle 656"/>
          <p:cNvSpPr/>
          <p:nvPr/>
        </p:nvSpPr>
        <p:spPr>
          <a:xfrm>
            <a:off x="7749540" y="5106924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8" name="Oval 657"/>
          <p:cNvSpPr/>
          <p:nvPr/>
        </p:nvSpPr>
        <p:spPr>
          <a:xfrm>
            <a:off x="7685532" y="4942332"/>
            <a:ext cx="182880" cy="16459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9" name="Oval 658"/>
          <p:cNvSpPr/>
          <p:nvPr/>
        </p:nvSpPr>
        <p:spPr>
          <a:xfrm>
            <a:off x="7731252" y="497890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0" name="Rectangle 659"/>
          <p:cNvSpPr/>
          <p:nvPr/>
        </p:nvSpPr>
        <p:spPr>
          <a:xfrm>
            <a:off x="7968996" y="5143500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1" name="Oval 660"/>
          <p:cNvSpPr/>
          <p:nvPr/>
        </p:nvSpPr>
        <p:spPr>
          <a:xfrm>
            <a:off x="7904988" y="4978908"/>
            <a:ext cx="182880" cy="16459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Oval 661"/>
          <p:cNvSpPr/>
          <p:nvPr/>
        </p:nvSpPr>
        <p:spPr>
          <a:xfrm>
            <a:off x="7950708" y="50154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3" name="Rectangle 662"/>
          <p:cNvSpPr/>
          <p:nvPr/>
        </p:nvSpPr>
        <p:spPr>
          <a:xfrm>
            <a:off x="8188452" y="5106924"/>
            <a:ext cx="45720" cy="27432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4" name="Oval 663"/>
          <p:cNvSpPr/>
          <p:nvPr/>
        </p:nvSpPr>
        <p:spPr>
          <a:xfrm>
            <a:off x="8124444" y="4942332"/>
            <a:ext cx="182880" cy="164592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5" name="Oval 664"/>
          <p:cNvSpPr/>
          <p:nvPr/>
        </p:nvSpPr>
        <p:spPr>
          <a:xfrm>
            <a:off x="8170164" y="497890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6" name="Rectangle 665"/>
          <p:cNvSpPr/>
          <p:nvPr/>
        </p:nvSpPr>
        <p:spPr>
          <a:xfrm>
            <a:off x="6259068" y="4869180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7" name="Oval 666"/>
          <p:cNvSpPr/>
          <p:nvPr/>
        </p:nvSpPr>
        <p:spPr>
          <a:xfrm>
            <a:off x="6222492" y="4759452"/>
            <a:ext cx="128016" cy="10972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8" name="Oval 667"/>
          <p:cNvSpPr/>
          <p:nvPr/>
        </p:nvSpPr>
        <p:spPr>
          <a:xfrm>
            <a:off x="6249924" y="4796028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9" name="Rectangle 668"/>
          <p:cNvSpPr/>
          <p:nvPr/>
        </p:nvSpPr>
        <p:spPr>
          <a:xfrm>
            <a:off x="6496812" y="4841748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Oval 669"/>
          <p:cNvSpPr/>
          <p:nvPr/>
        </p:nvSpPr>
        <p:spPr>
          <a:xfrm>
            <a:off x="6460236" y="4732020"/>
            <a:ext cx="128016" cy="109728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1" name="Oval 670"/>
          <p:cNvSpPr/>
          <p:nvPr/>
        </p:nvSpPr>
        <p:spPr>
          <a:xfrm>
            <a:off x="6487668" y="4768596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2" name="Rectangle 671"/>
          <p:cNvSpPr/>
          <p:nvPr/>
        </p:nvSpPr>
        <p:spPr>
          <a:xfrm>
            <a:off x="6734556" y="4869180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3" name="Oval 672"/>
          <p:cNvSpPr/>
          <p:nvPr/>
        </p:nvSpPr>
        <p:spPr>
          <a:xfrm>
            <a:off x="6697980" y="4759452"/>
            <a:ext cx="128016" cy="109728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4" name="Oval 673"/>
          <p:cNvSpPr/>
          <p:nvPr/>
        </p:nvSpPr>
        <p:spPr>
          <a:xfrm>
            <a:off x="6725412" y="4796028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Rectangle 674"/>
          <p:cNvSpPr/>
          <p:nvPr/>
        </p:nvSpPr>
        <p:spPr>
          <a:xfrm>
            <a:off x="6972300" y="4841748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6" name="Oval 675"/>
          <p:cNvSpPr/>
          <p:nvPr/>
        </p:nvSpPr>
        <p:spPr>
          <a:xfrm>
            <a:off x="6935724" y="4732020"/>
            <a:ext cx="128016" cy="10972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Oval 676"/>
          <p:cNvSpPr/>
          <p:nvPr/>
        </p:nvSpPr>
        <p:spPr>
          <a:xfrm>
            <a:off x="6963156" y="4768596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8" name="Rectangle 677"/>
          <p:cNvSpPr/>
          <p:nvPr/>
        </p:nvSpPr>
        <p:spPr>
          <a:xfrm>
            <a:off x="7210044" y="4869180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9" name="Oval 678"/>
          <p:cNvSpPr/>
          <p:nvPr/>
        </p:nvSpPr>
        <p:spPr>
          <a:xfrm>
            <a:off x="7173468" y="4759452"/>
            <a:ext cx="128016" cy="10972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0" name="Oval 679"/>
          <p:cNvSpPr/>
          <p:nvPr/>
        </p:nvSpPr>
        <p:spPr>
          <a:xfrm>
            <a:off x="7200900" y="4796028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1" name="Rectangle 680"/>
          <p:cNvSpPr/>
          <p:nvPr/>
        </p:nvSpPr>
        <p:spPr>
          <a:xfrm>
            <a:off x="7447788" y="4841748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Oval 681"/>
          <p:cNvSpPr/>
          <p:nvPr/>
        </p:nvSpPr>
        <p:spPr>
          <a:xfrm>
            <a:off x="7411212" y="4732020"/>
            <a:ext cx="128016" cy="109728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3" name="Oval 682"/>
          <p:cNvSpPr/>
          <p:nvPr/>
        </p:nvSpPr>
        <p:spPr>
          <a:xfrm>
            <a:off x="7438644" y="4768596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4" name="Rectangle 683"/>
          <p:cNvSpPr/>
          <p:nvPr/>
        </p:nvSpPr>
        <p:spPr>
          <a:xfrm>
            <a:off x="7685532" y="4869180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5" name="Oval 684"/>
          <p:cNvSpPr/>
          <p:nvPr/>
        </p:nvSpPr>
        <p:spPr>
          <a:xfrm>
            <a:off x="7648956" y="4759452"/>
            <a:ext cx="128016" cy="109728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6" name="Oval 685"/>
          <p:cNvSpPr/>
          <p:nvPr/>
        </p:nvSpPr>
        <p:spPr>
          <a:xfrm>
            <a:off x="7676388" y="4796028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Rectangle 686"/>
          <p:cNvSpPr/>
          <p:nvPr/>
        </p:nvSpPr>
        <p:spPr>
          <a:xfrm>
            <a:off x="7923276" y="4841748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8" name="Oval 687"/>
          <p:cNvSpPr/>
          <p:nvPr/>
        </p:nvSpPr>
        <p:spPr>
          <a:xfrm>
            <a:off x="7886700" y="4732020"/>
            <a:ext cx="128016" cy="10972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Oval 688"/>
          <p:cNvSpPr/>
          <p:nvPr/>
        </p:nvSpPr>
        <p:spPr>
          <a:xfrm>
            <a:off x="7914132" y="4768596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0" name="Rectangle 689"/>
          <p:cNvSpPr/>
          <p:nvPr/>
        </p:nvSpPr>
        <p:spPr>
          <a:xfrm>
            <a:off x="8161020" y="4869180"/>
            <a:ext cx="27432" cy="182880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1" name="Oval 690"/>
          <p:cNvSpPr/>
          <p:nvPr/>
        </p:nvSpPr>
        <p:spPr>
          <a:xfrm>
            <a:off x="8124444" y="4759452"/>
            <a:ext cx="128016" cy="109728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2" name="Oval 691"/>
          <p:cNvSpPr/>
          <p:nvPr/>
        </p:nvSpPr>
        <p:spPr>
          <a:xfrm>
            <a:off x="8151876" y="4796028"/>
            <a:ext cx="73152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3" name="Oval 692"/>
          <p:cNvSpPr/>
          <p:nvPr/>
        </p:nvSpPr>
        <p:spPr>
          <a:xfrm>
            <a:off x="7795260" y="4526280"/>
            <a:ext cx="256031" cy="153619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4" name="Oval 693"/>
          <p:cNvSpPr/>
          <p:nvPr/>
        </p:nvSpPr>
        <p:spPr>
          <a:xfrm>
            <a:off x="8000085" y="4526280"/>
            <a:ext cx="256031" cy="15361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5" name="Rectangle 694"/>
          <p:cNvSpPr/>
          <p:nvPr/>
        </p:nvSpPr>
        <p:spPr>
          <a:xfrm>
            <a:off x="7884871" y="4449471"/>
            <a:ext cx="76809" cy="256031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6" name="Oval 695"/>
          <p:cNvSpPr/>
          <p:nvPr/>
        </p:nvSpPr>
        <p:spPr>
          <a:xfrm>
            <a:off x="7155180" y="4320540"/>
            <a:ext cx="155448" cy="93268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7" name="Oval 696"/>
          <p:cNvSpPr/>
          <p:nvPr/>
        </p:nvSpPr>
        <p:spPr>
          <a:xfrm>
            <a:off x="7279538" y="4320540"/>
            <a:ext cx="155448" cy="9326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8" name="Rectangle 697"/>
          <p:cNvSpPr/>
          <p:nvPr/>
        </p:nvSpPr>
        <p:spPr>
          <a:xfrm>
            <a:off x="7209586" y="4273906"/>
            <a:ext cx="46634" cy="15544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9" name="Oval 698"/>
          <p:cNvSpPr/>
          <p:nvPr/>
        </p:nvSpPr>
        <p:spPr>
          <a:xfrm>
            <a:off x="6185916" y="4789628"/>
            <a:ext cx="263347" cy="263347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0" name="Oval 699"/>
          <p:cNvSpPr/>
          <p:nvPr/>
        </p:nvSpPr>
        <p:spPr>
          <a:xfrm>
            <a:off x="6163971" y="4745737"/>
            <a:ext cx="307238" cy="158008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1" name="Oval 700"/>
          <p:cNvSpPr/>
          <p:nvPr/>
        </p:nvSpPr>
        <p:spPr>
          <a:xfrm>
            <a:off x="6251752" y="4877410"/>
            <a:ext cx="32918" cy="3291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2" name="Oval 701"/>
          <p:cNvSpPr/>
          <p:nvPr/>
        </p:nvSpPr>
        <p:spPr>
          <a:xfrm>
            <a:off x="6350508" y="4877410"/>
            <a:ext cx="32918" cy="3291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3" name="Rectangle 702"/>
          <p:cNvSpPr/>
          <p:nvPr/>
        </p:nvSpPr>
        <p:spPr>
          <a:xfrm>
            <a:off x="6295644" y="4987138"/>
            <a:ext cx="43891" cy="21945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4" name="Oval 703"/>
          <p:cNvSpPr/>
          <p:nvPr/>
        </p:nvSpPr>
        <p:spPr>
          <a:xfrm>
            <a:off x="6207861" y="4932274"/>
            <a:ext cx="43891" cy="3291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5" name="Oval 704"/>
          <p:cNvSpPr/>
          <p:nvPr/>
        </p:nvSpPr>
        <p:spPr>
          <a:xfrm>
            <a:off x="6383426" y="4932274"/>
            <a:ext cx="43891" cy="3291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Rectangle 705"/>
          <p:cNvSpPr/>
          <p:nvPr/>
        </p:nvSpPr>
        <p:spPr>
          <a:xfrm>
            <a:off x="6185916" y="5074920"/>
            <a:ext cx="263347" cy="181051"/>
          </a:xfrm>
          <a:prstGeom prst="rect">
            <a:avLst/>
          </a:prstGeom>
          <a:solidFill>
            <a:srgbClr val="FF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7" name="Oval 706"/>
          <p:cNvSpPr/>
          <p:nvPr/>
        </p:nvSpPr>
        <p:spPr>
          <a:xfrm>
            <a:off x="6142025" y="5206593"/>
            <a:ext cx="351129" cy="164592"/>
          </a:xfrm>
          <a:prstGeom prst="ellipse">
            <a:avLst/>
          </a:prstGeom>
          <a:solidFill>
            <a:srgbClr val="FF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8" name="Rectangle 707"/>
          <p:cNvSpPr/>
          <p:nvPr/>
        </p:nvSpPr>
        <p:spPr>
          <a:xfrm>
            <a:off x="6142025" y="5096865"/>
            <a:ext cx="54864" cy="19751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9" name="Rectangle 708"/>
          <p:cNvSpPr/>
          <p:nvPr/>
        </p:nvSpPr>
        <p:spPr>
          <a:xfrm>
            <a:off x="6438291" y="5096865"/>
            <a:ext cx="54864" cy="19751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0" name="Rectangle 709"/>
          <p:cNvSpPr/>
          <p:nvPr/>
        </p:nvSpPr>
        <p:spPr>
          <a:xfrm>
            <a:off x="6207861" y="5404104"/>
            <a:ext cx="98755" cy="24140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1" name="Rectangle 710"/>
          <p:cNvSpPr/>
          <p:nvPr/>
        </p:nvSpPr>
        <p:spPr>
          <a:xfrm>
            <a:off x="6328562" y="5404104"/>
            <a:ext cx="98755" cy="24140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Oval 711"/>
          <p:cNvSpPr/>
          <p:nvPr/>
        </p:nvSpPr>
        <p:spPr>
          <a:xfrm>
            <a:off x="6185916" y="5627217"/>
            <a:ext cx="131673" cy="76809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Oval 712"/>
          <p:cNvSpPr/>
          <p:nvPr/>
        </p:nvSpPr>
        <p:spPr>
          <a:xfrm>
            <a:off x="6306616" y="5627217"/>
            <a:ext cx="131673" cy="76809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Rectangle 713"/>
          <p:cNvSpPr/>
          <p:nvPr/>
        </p:nvSpPr>
        <p:spPr>
          <a:xfrm>
            <a:off x="6131052" y="6638544"/>
            <a:ext cx="6021324" cy="201168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5" name="Rectangle 714"/>
          <p:cNvSpPr/>
          <p:nvPr/>
        </p:nvSpPr>
        <p:spPr>
          <a:xfrm>
            <a:off x="61584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6" name="Rectangle 715"/>
          <p:cNvSpPr/>
          <p:nvPr/>
        </p:nvSpPr>
        <p:spPr>
          <a:xfrm>
            <a:off x="62042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7" name="Rectangle 716"/>
          <p:cNvSpPr/>
          <p:nvPr/>
        </p:nvSpPr>
        <p:spPr>
          <a:xfrm>
            <a:off x="63047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8" name="Rectangle 717"/>
          <p:cNvSpPr/>
          <p:nvPr/>
        </p:nvSpPr>
        <p:spPr>
          <a:xfrm>
            <a:off x="63505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9" name="Rectangle 718"/>
          <p:cNvSpPr/>
          <p:nvPr/>
        </p:nvSpPr>
        <p:spPr>
          <a:xfrm>
            <a:off x="64510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0" name="Rectangle 719"/>
          <p:cNvSpPr/>
          <p:nvPr/>
        </p:nvSpPr>
        <p:spPr>
          <a:xfrm>
            <a:off x="64968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Rectangle 720"/>
          <p:cNvSpPr/>
          <p:nvPr/>
        </p:nvSpPr>
        <p:spPr>
          <a:xfrm>
            <a:off x="65973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2" name="Rectangle 721"/>
          <p:cNvSpPr/>
          <p:nvPr/>
        </p:nvSpPr>
        <p:spPr>
          <a:xfrm>
            <a:off x="66431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3" name="Rectangle 722"/>
          <p:cNvSpPr/>
          <p:nvPr/>
        </p:nvSpPr>
        <p:spPr>
          <a:xfrm>
            <a:off x="67437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4" name="Rectangle 723"/>
          <p:cNvSpPr/>
          <p:nvPr/>
        </p:nvSpPr>
        <p:spPr>
          <a:xfrm>
            <a:off x="67894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5" name="Rectangle 724"/>
          <p:cNvSpPr/>
          <p:nvPr/>
        </p:nvSpPr>
        <p:spPr>
          <a:xfrm>
            <a:off x="68900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6" name="Rectangle 725"/>
          <p:cNvSpPr/>
          <p:nvPr/>
        </p:nvSpPr>
        <p:spPr>
          <a:xfrm>
            <a:off x="69357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7" name="Rectangle 726"/>
          <p:cNvSpPr/>
          <p:nvPr/>
        </p:nvSpPr>
        <p:spPr>
          <a:xfrm>
            <a:off x="70363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8" name="Rectangle 727"/>
          <p:cNvSpPr/>
          <p:nvPr/>
        </p:nvSpPr>
        <p:spPr>
          <a:xfrm>
            <a:off x="70820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9" name="Rectangle 728"/>
          <p:cNvSpPr/>
          <p:nvPr/>
        </p:nvSpPr>
        <p:spPr>
          <a:xfrm>
            <a:off x="71826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0" name="Rectangle 729"/>
          <p:cNvSpPr/>
          <p:nvPr/>
        </p:nvSpPr>
        <p:spPr>
          <a:xfrm>
            <a:off x="72283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1" name="Rectangle 730"/>
          <p:cNvSpPr/>
          <p:nvPr/>
        </p:nvSpPr>
        <p:spPr>
          <a:xfrm>
            <a:off x="73289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2" name="Rectangle 731"/>
          <p:cNvSpPr/>
          <p:nvPr/>
        </p:nvSpPr>
        <p:spPr>
          <a:xfrm>
            <a:off x="73746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3" name="Rectangle 732"/>
          <p:cNvSpPr/>
          <p:nvPr/>
        </p:nvSpPr>
        <p:spPr>
          <a:xfrm>
            <a:off x="74752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4" name="Rectangle 733"/>
          <p:cNvSpPr/>
          <p:nvPr/>
        </p:nvSpPr>
        <p:spPr>
          <a:xfrm>
            <a:off x="75209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5" name="Rectangle 734"/>
          <p:cNvSpPr/>
          <p:nvPr/>
        </p:nvSpPr>
        <p:spPr>
          <a:xfrm>
            <a:off x="76215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6" name="Rectangle 735"/>
          <p:cNvSpPr/>
          <p:nvPr/>
        </p:nvSpPr>
        <p:spPr>
          <a:xfrm>
            <a:off x="76672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7" name="Rectangle 736"/>
          <p:cNvSpPr/>
          <p:nvPr/>
        </p:nvSpPr>
        <p:spPr>
          <a:xfrm>
            <a:off x="77678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Rectangle 737"/>
          <p:cNvSpPr/>
          <p:nvPr/>
        </p:nvSpPr>
        <p:spPr>
          <a:xfrm>
            <a:off x="78135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9" name="Rectangle 738"/>
          <p:cNvSpPr/>
          <p:nvPr/>
        </p:nvSpPr>
        <p:spPr>
          <a:xfrm>
            <a:off x="79141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Rectangle 739"/>
          <p:cNvSpPr/>
          <p:nvPr/>
        </p:nvSpPr>
        <p:spPr>
          <a:xfrm>
            <a:off x="79598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1" name="Rectangle 740"/>
          <p:cNvSpPr/>
          <p:nvPr/>
        </p:nvSpPr>
        <p:spPr>
          <a:xfrm>
            <a:off x="80604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Rectangle 741"/>
          <p:cNvSpPr/>
          <p:nvPr/>
        </p:nvSpPr>
        <p:spPr>
          <a:xfrm>
            <a:off x="81061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3" name="Rectangle 742"/>
          <p:cNvSpPr/>
          <p:nvPr/>
        </p:nvSpPr>
        <p:spPr>
          <a:xfrm>
            <a:off x="82067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Rectangle 743"/>
          <p:cNvSpPr/>
          <p:nvPr/>
        </p:nvSpPr>
        <p:spPr>
          <a:xfrm>
            <a:off x="82524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5" name="Rectangle 744"/>
          <p:cNvSpPr/>
          <p:nvPr/>
        </p:nvSpPr>
        <p:spPr>
          <a:xfrm>
            <a:off x="83530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Rectangle 745"/>
          <p:cNvSpPr/>
          <p:nvPr/>
        </p:nvSpPr>
        <p:spPr>
          <a:xfrm>
            <a:off x="83987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7" name="Rectangle 746"/>
          <p:cNvSpPr/>
          <p:nvPr/>
        </p:nvSpPr>
        <p:spPr>
          <a:xfrm>
            <a:off x="84993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8" name="Rectangle 747"/>
          <p:cNvSpPr/>
          <p:nvPr/>
        </p:nvSpPr>
        <p:spPr>
          <a:xfrm>
            <a:off x="85450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9" name="Rectangle 748"/>
          <p:cNvSpPr/>
          <p:nvPr/>
        </p:nvSpPr>
        <p:spPr>
          <a:xfrm>
            <a:off x="86456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0" name="Rectangle 749"/>
          <p:cNvSpPr/>
          <p:nvPr/>
        </p:nvSpPr>
        <p:spPr>
          <a:xfrm>
            <a:off x="86913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1" name="Rectangle 750"/>
          <p:cNvSpPr/>
          <p:nvPr/>
        </p:nvSpPr>
        <p:spPr>
          <a:xfrm>
            <a:off x="87919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2" name="Rectangle 751"/>
          <p:cNvSpPr/>
          <p:nvPr/>
        </p:nvSpPr>
        <p:spPr>
          <a:xfrm>
            <a:off x="88376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3" name="Rectangle 752"/>
          <p:cNvSpPr/>
          <p:nvPr/>
        </p:nvSpPr>
        <p:spPr>
          <a:xfrm>
            <a:off x="89382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4" name="Rectangle 753"/>
          <p:cNvSpPr/>
          <p:nvPr/>
        </p:nvSpPr>
        <p:spPr>
          <a:xfrm>
            <a:off x="89839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5" name="Rectangle 754"/>
          <p:cNvSpPr/>
          <p:nvPr/>
        </p:nvSpPr>
        <p:spPr>
          <a:xfrm>
            <a:off x="90845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Rectangle 755"/>
          <p:cNvSpPr/>
          <p:nvPr/>
        </p:nvSpPr>
        <p:spPr>
          <a:xfrm>
            <a:off x="91302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Rectangle 756"/>
          <p:cNvSpPr/>
          <p:nvPr/>
        </p:nvSpPr>
        <p:spPr>
          <a:xfrm>
            <a:off x="92308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8" name="Rectangle 757"/>
          <p:cNvSpPr/>
          <p:nvPr/>
        </p:nvSpPr>
        <p:spPr>
          <a:xfrm>
            <a:off x="92765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9" name="Rectangle 758"/>
          <p:cNvSpPr/>
          <p:nvPr/>
        </p:nvSpPr>
        <p:spPr>
          <a:xfrm>
            <a:off x="93771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0" name="Rectangle 759"/>
          <p:cNvSpPr/>
          <p:nvPr/>
        </p:nvSpPr>
        <p:spPr>
          <a:xfrm>
            <a:off x="94228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Rectangle 760"/>
          <p:cNvSpPr/>
          <p:nvPr/>
        </p:nvSpPr>
        <p:spPr>
          <a:xfrm>
            <a:off x="95234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2" name="Rectangle 761"/>
          <p:cNvSpPr/>
          <p:nvPr/>
        </p:nvSpPr>
        <p:spPr>
          <a:xfrm>
            <a:off x="95691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3" name="Rectangle 762"/>
          <p:cNvSpPr/>
          <p:nvPr/>
        </p:nvSpPr>
        <p:spPr>
          <a:xfrm>
            <a:off x="96697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4" name="Rectangle 763"/>
          <p:cNvSpPr/>
          <p:nvPr/>
        </p:nvSpPr>
        <p:spPr>
          <a:xfrm>
            <a:off x="97155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5" name="Rectangle 764"/>
          <p:cNvSpPr/>
          <p:nvPr/>
        </p:nvSpPr>
        <p:spPr>
          <a:xfrm>
            <a:off x="98160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6" name="Rectangle 765"/>
          <p:cNvSpPr/>
          <p:nvPr/>
        </p:nvSpPr>
        <p:spPr>
          <a:xfrm>
            <a:off x="98618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7" name="Rectangle 766"/>
          <p:cNvSpPr/>
          <p:nvPr/>
        </p:nvSpPr>
        <p:spPr>
          <a:xfrm>
            <a:off x="99623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Rectangle 767"/>
          <p:cNvSpPr/>
          <p:nvPr/>
        </p:nvSpPr>
        <p:spPr>
          <a:xfrm>
            <a:off x="100081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9" name="Rectangle 768"/>
          <p:cNvSpPr/>
          <p:nvPr/>
        </p:nvSpPr>
        <p:spPr>
          <a:xfrm>
            <a:off x="101086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Rectangle 769"/>
          <p:cNvSpPr/>
          <p:nvPr/>
        </p:nvSpPr>
        <p:spPr>
          <a:xfrm>
            <a:off x="101544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1" name="Rectangle 770"/>
          <p:cNvSpPr/>
          <p:nvPr/>
        </p:nvSpPr>
        <p:spPr>
          <a:xfrm>
            <a:off x="102549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2" name="Rectangle 771"/>
          <p:cNvSpPr/>
          <p:nvPr/>
        </p:nvSpPr>
        <p:spPr>
          <a:xfrm>
            <a:off x="103007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3" name="Rectangle 772"/>
          <p:cNvSpPr/>
          <p:nvPr/>
        </p:nvSpPr>
        <p:spPr>
          <a:xfrm>
            <a:off x="104013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4" name="Rectangle 773"/>
          <p:cNvSpPr/>
          <p:nvPr/>
        </p:nvSpPr>
        <p:spPr>
          <a:xfrm>
            <a:off x="104470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5" name="Rectangle 774"/>
          <p:cNvSpPr/>
          <p:nvPr/>
        </p:nvSpPr>
        <p:spPr>
          <a:xfrm>
            <a:off x="105476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6" name="Rectangle 775"/>
          <p:cNvSpPr/>
          <p:nvPr/>
        </p:nvSpPr>
        <p:spPr>
          <a:xfrm>
            <a:off x="105933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106939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07396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Rectangle 778"/>
          <p:cNvSpPr/>
          <p:nvPr/>
        </p:nvSpPr>
        <p:spPr>
          <a:xfrm>
            <a:off x="108402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0" name="Rectangle 779"/>
          <p:cNvSpPr/>
          <p:nvPr/>
        </p:nvSpPr>
        <p:spPr>
          <a:xfrm>
            <a:off x="108859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1" name="Rectangle 780"/>
          <p:cNvSpPr/>
          <p:nvPr/>
        </p:nvSpPr>
        <p:spPr>
          <a:xfrm>
            <a:off x="109865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2" name="Rectangle 781"/>
          <p:cNvSpPr/>
          <p:nvPr/>
        </p:nvSpPr>
        <p:spPr>
          <a:xfrm>
            <a:off x="110322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3" name="Rectangle 782"/>
          <p:cNvSpPr/>
          <p:nvPr/>
        </p:nvSpPr>
        <p:spPr>
          <a:xfrm>
            <a:off x="111328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4" name="Rectangle 783"/>
          <p:cNvSpPr/>
          <p:nvPr/>
        </p:nvSpPr>
        <p:spPr>
          <a:xfrm>
            <a:off x="111785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5" name="Rectangle 784"/>
          <p:cNvSpPr/>
          <p:nvPr/>
        </p:nvSpPr>
        <p:spPr>
          <a:xfrm>
            <a:off x="112791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6" name="Rectangle 785"/>
          <p:cNvSpPr/>
          <p:nvPr/>
        </p:nvSpPr>
        <p:spPr>
          <a:xfrm>
            <a:off x="113248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7" name="Rectangle 786"/>
          <p:cNvSpPr/>
          <p:nvPr/>
        </p:nvSpPr>
        <p:spPr>
          <a:xfrm>
            <a:off x="114254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8" name="Rectangle 787"/>
          <p:cNvSpPr/>
          <p:nvPr/>
        </p:nvSpPr>
        <p:spPr>
          <a:xfrm>
            <a:off x="114711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9" name="Rectangle 788"/>
          <p:cNvSpPr/>
          <p:nvPr/>
        </p:nvSpPr>
        <p:spPr>
          <a:xfrm>
            <a:off x="115717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0" name="Rectangle 789"/>
          <p:cNvSpPr/>
          <p:nvPr/>
        </p:nvSpPr>
        <p:spPr>
          <a:xfrm>
            <a:off x="116174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1" name="Rectangle 790"/>
          <p:cNvSpPr/>
          <p:nvPr/>
        </p:nvSpPr>
        <p:spPr>
          <a:xfrm>
            <a:off x="117180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2" name="Rectangle 791"/>
          <p:cNvSpPr/>
          <p:nvPr/>
        </p:nvSpPr>
        <p:spPr>
          <a:xfrm>
            <a:off x="117637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3" name="Rectangle 792"/>
          <p:cNvSpPr/>
          <p:nvPr/>
        </p:nvSpPr>
        <p:spPr>
          <a:xfrm>
            <a:off x="118643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4" name="Rectangle 793"/>
          <p:cNvSpPr/>
          <p:nvPr/>
        </p:nvSpPr>
        <p:spPr>
          <a:xfrm>
            <a:off x="119100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5" name="Rectangle 794"/>
          <p:cNvSpPr/>
          <p:nvPr/>
        </p:nvSpPr>
        <p:spPr>
          <a:xfrm>
            <a:off x="120106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6" name="Rectangle 795"/>
          <p:cNvSpPr/>
          <p:nvPr/>
        </p:nvSpPr>
        <p:spPr>
          <a:xfrm>
            <a:off x="120563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7" name="TextBox 796"/>
          <p:cNvSpPr txBox="1"/>
          <p:nvPr/>
        </p:nvSpPr>
        <p:spPr>
          <a:xfrm>
            <a:off x="6204204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春分</a:t>
            </a:r>
          </a:p>
        </p:txBody>
      </p:sp>
      <p:sp>
        <p:nvSpPr>
          <p:cNvPr id="798" name="TextBox 797"/>
          <p:cNvSpPr txBox="1"/>
          <p:nvPr/>
        </p:nvSpPr>
        <p:spPr>
          <a:xfrm>
            <a:off x="6204204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Spring Equinox</a:t>
            </a:r>
          </a:p>
        </p:txBody>
      </p:sp>
      <p:sp>
        <p:nvSpPr>
          <p:cNvPr id="799" name="TextBox 798"/>
          <p:cNvSpPr txBox="1"/>
          <p:nvPr/>
        </p:nvSpPr>
        <p:spPr>
          <a:xfrm>
            <a:off x="6204204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Day and night are equal length.</a:t>
            </a:r>
          </a:p>
        </p:txBody>
      </p:sp>
      <p:sp>
        <p:nvSpPr>
          <p:cNvPr id="800" name="Rectangle 799"/>
          <p:cNvSpPr/>
          <p:nvPr/>
        </p:nvSpPr>
        <p:spPr>
          <a:xfrm>
            <a:off x="6094476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1" name="Rectangle 800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2" name="Rectangle 801"/>
          <p:cNvSpPr/>
          <p:nvPr/>
        </p:nvSpPr>
        <p:spPr>
          <a:xfrm>
            <a:off x="60944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3" name="Rectangle 802"/>
          <p:cNvSpPr/>
          <p:nvPr/>
        </p:nvSpPr>
        <p:spPr>
          <a:xfrm>
            <a:off x="121523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7" name="Rectangle 486"/>
          <p:cNvSpPr/>
          <p:nvPr/>
        </p:nvSpPr>
        <p:spPr>
          <a:xfrm>
            <a:off x="6094476" y="6638544"/>
            <a:ext cx="6094476" cy="219456"/>
          </a:xfrm>
          <a:prstGeom prst="rect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6094476" y="3429000"/>
            <a:ext cx="6094476" cy="1303020"/>
          </a:xfrm>
          <a:prstGeom prst="rect">
            <a:avLst/>
          </a:prstGeom>
          <a:solidFill>
            <a:srgbClr val="78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B8E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0" y="6638544"/>
            <a:ext cx="6094476" cy="219456"/>
          </a:xfrm>
          <a:prstGeom prst="rect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0" y="3429000"/>
            <a:ext cx="6094476" cy="1303020"/>
          </a:xfrm>
          <a:prstGeom prst="rect">
            <a:avLst/>
          </a:prstGeom>
          <a:solidFill>
            <a:srgbClr val="78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B8E0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094476" y="3209544"/>
            <a:ext cx="6094476" cy="219456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094476" y="0"/>
            <a:ext cx="6094476" cy="1303020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CC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9544"/>
            <a:ext cx="6094476" cy="219456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0302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CCD8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" y="960120"/>
            <a:ext cx="1664208" cy="74980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772" y="801014"/>
            <a:ext cx="82296" cy="41148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" y="636423"/>
            <a:ext cx="493776" cy="329184"/>
          </a:xfrm>
          <a:prstGeom prst="ellipse">
            <a:avLst/>
          </a:prstGeom>
          <a:solidFill>
            <a:srgbClr val="88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1869" y="504749"/>
            <a:ext cx="362102" cy="27980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87706" y="422453"/>
            <a:ext cx="230428" cy="181051"/>
          </a:xfrm>
          <a:prstGeom prst="ellipse">
            <a:avLst/>
          </a:prstGeom>
          <a:solidFill>
            <a:srgbClr val="88CC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4672" y="754380"/>
            <a:ext cx="257495" cy="193121"/>
          </a:xfrm>
          <a:prstGeom prst="rect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2486" y="641726"/>
            <a:ext cx="321868" cy="128747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1232" y="834847"/>
            <a:ext cx="64373" cy="11265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8812" y="786566"/>
            <a:ext cx="56327" cy="56327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81699" y="786566"/>
            <a:ext cx="56327" cy="56327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82880" y="164592"/>
            <a:ext cx="201168" cy="25603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164592"/>
            <a:ext cx="109728" cy="256032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37744" y="438912"/>
            <a:ext cx="91440" cy="54864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7744" y="548640"/>
            <a:ext cx="91440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37744" y="658368"/>
            <a:ext cx="91440" cy="54864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3464" y="420624"/>
            <a:ext cx="18288" cy="841248"/>
          </a:xfrm>
          <a:prstGeom prst="rect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19456" y="1843431"/>
            <a:ext cx="197510" cy="19751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2997" y="1810513"/>
            <a:ext cx="230428" cy="118506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8833" y="190926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42900" y="190926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1752" y="1991563"/>
            <a:ext cx="32918" cy="16459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35915" y="195041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67588" y="195041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19456" y="2057400"/>
            <a:ext cx="197510" cy="135788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6538" y="2156155"/>
            <a:ext cx="263346" cy="123444"/>
          </a:xfrm>
          <a:prstGeom prst="ellipse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6538" y="207385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08737" y="207385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35915" y="230428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6440" y="230428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9456" y="246705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09981" y="246705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13232" y="91440"/>
            <a:ext cx="120700" cy="153619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40664" y="91440"/>
            <a:ext cx="65836" cy="153619"/>
          </a:xfrm>
          <a:prstGeom prst="rect">
            <a:avLst/>
          </a:prstGeom>
          <a:solidFill>
            <a:srgbClr val="44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46150" y="256032"/>
            <a:ext cx="54864" cy="32918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46150" y="321868"/>
            <a:ext cx="54864" cy="329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46150" y="387705"/>
            <a:ext cx="54864" cy="32918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95528" y="237744"/>
            <a:ext cx="18288" cy="548640"/>
          </a:xfrm>
          <a:prstGeom prst="rect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" y="3209544"/>
            <a:ext cx="6021324" cy="201168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0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97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03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560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566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023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486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949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955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12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418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75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881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338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2344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801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3807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4264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5270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5727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6733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7190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8196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653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9659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0116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1122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1579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2585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042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4048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4505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5511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5968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974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7432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8437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8895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9900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0358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1363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1821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826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284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4290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4747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5753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210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7216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7673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8679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9136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0142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0599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1605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2062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3068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3525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4531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4988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5994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6451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7457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7914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8920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9377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50383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0840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1846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2303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3309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3766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4772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5229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6235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6692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7698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8155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9161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9618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9728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清明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728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Clear and Bright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728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Sunny day for outings.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0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605790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204204" y="27432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7691247" y="27432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9178290" y="27432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10665333" y="27432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204204" y="3992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7691247" y="3992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9178290" y="3992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10665333" y="399288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204204" y="52425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691247" y="52425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9178290" y="52425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665333" y="524256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204204" y="64922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691247" y="64922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178290" y="64922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10665333" y="649224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204204" y="77419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7691247" y="77419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9178290" y="77419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10665333" y="774192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204204" y="89916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691247" y="89916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9178290" y="89916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10665333" y="899160"/>
            <a:ext cx="45720" cy="91440"/>
          </a:xfrm>
          <a:prstGeom prst="ellipse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465036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419316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314774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269054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164512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8118792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014250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8968530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863988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9818268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713726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10668006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563464" y="138017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11517744" y="131330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6465036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419316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314774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269054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164512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8118792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9014250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968530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9863988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9818268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10713726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10668006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11563464" y="163734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11517744" y="157048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465036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419316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314774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269054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8164512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118792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9014250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968530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9863988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9818268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10713726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0668006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1563464" y="1894522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1517744" y="1827657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465036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419316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314774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269054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8164512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8118792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9014250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8968530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9863988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818268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10713726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10668006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11563464" y="2151697"/>
            <a:ext cx="27432" cy="18002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11517744" y="2084832"/>
            <a:ext cx="100584" cy="7715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11622024" y="1238099"/>
            <a:ext cx="186537" cy="186537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11606480" y="1207010"/>
            <a:ext cx="217626" cy="11192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11668658" y="1300278"/>
            <a:ext cx="23317" cy="2331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11738610" y="1300278"/>
            <a:ext cx="23317" cy="2331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11699748" y="1378002"/>
            <a:ext cx="31089" cy="1554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637568" y="1339140"/>
            <a:ext cx="31089" cy="233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761927" y="1339140"/>
            <a:ext cx="31089" cy="233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575390" y="1207010"/>
            <a:ext cx="279805" cy="62179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1637568" y="1129286"/>
            <a:ext cx="139903" cy="108813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11622024" y="1440180"/>
            <a:ext cx="186537" cy="233172"/>
          </a:xfrm>
          <a:prstGeom prst="rect">
            <a:avLst/>
          </a:prstGeom>
          <a:solidFill>
            <a:srgbClr val="55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11590935" y="1455724"/>
            <a:ext cx="38862" cy="13990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11800789" y="1455724"/>
            <a:ext cx="38862" cy="13990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11637568" y="1673352"/>
            <a:ext cx="69951" cy="1709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1723065" y="1673352"/>
            <a:ext cx="69951" cy="1709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1622024" y="1826056"/>
            <a:ext cx="93268" cy="544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1707520" y="1826056"/>
            <a:ext cx="93268" cy="544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6825996" y="1268730"/>
            <a:ext cx="768096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862572" y="1305306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7A3C"/>
                </a:solidFill>
                <a:latin typeface="Georgia"/>
              </a:rPr>
              <a:t>Rain helps crops grow well.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6131052" y="3209544"/>
            <a:ext cx="6021324" cy="201168"/>
          </a:xfrm>
          <a:prstGeom prst="rect">
            <a:avLst/>
          </a:prstGeom>
          <a:solidFill>
            <a:srgbClr val="88C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61584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2042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3047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3505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4510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4968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5973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6431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7437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7894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8900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9357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70363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70820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71826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72283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73289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3746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74752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75209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76215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76672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7678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78135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79141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79598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80604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81061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82067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82524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83530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83987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84993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85450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86456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86913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87919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88376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89382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9839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90845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91302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92308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92765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93771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94228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95234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95691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96697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97155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98160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98618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99623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00081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1086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01544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02549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03007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04013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104470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05476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105933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106939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107396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108402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108859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109865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110322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11328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111785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112791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113248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114254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114711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5717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16174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117180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117637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118643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119100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120106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120563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TextBox 315"/>
          <p:cNvSpPr txBox="1"/>
          <p:nvPr/>
        </p:nvSpPr>
        <p:spPr>
          <a:xfrm>
            <a:off x="6204204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谷雨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6204204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Grain Rain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204204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Rain helps crops grow well.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6094476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60944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21523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5490972" y="3392424"/>
            <a:ext cx="438912" cy="43891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966460" y="35661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878078" y="377953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5664708" y="386791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5451338" y="377953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362956" y="35661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5451338" y="335279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5664708" y="326440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5878078" y="335279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1224382" y="4545299"/>
            <a:ext cx="111556" cy="55778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945490" y="4322186"/>
            <a:ext cx="669340" cy="446227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034736" y="4143696"/>
            <a:ext cx="490849" cy="379293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1123981" y="4032139"/>
            <a:ext cx="312359" cy="24542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36576" y="5554980"/>
            <a:ext cx="969264" cy="274320"/>
          </a:xfrm>
          <a:prstGeom prst="ellipse">
            <a:avLst/>
          </a:prstGeom>
          <a:solidFill>
            <a:srgbClr val="6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45720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155448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65176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374904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484632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94360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04088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813816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923544" y="5692140"/>
            <a:ext cx="91440" cy="45720"/>
          </a:xfrm>
          <a:prstGeom prst="rect">
            <a:avLst/>
          </a:prstGeom>
          <a:solidFill>
            <a:srgbClr val="CCB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91075" y="5318150"/>
            <a:ext cx="329915" cy="134965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51059" y="5288158"/>
            <a:ext cx="209946" cy="104973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241036" y="5145695"/>
            <a:ext cx="29992" cy="179953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301021" y="5130700"/>
            <a:ext cx="119969" cy="10497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248534" y="5221609"/>
            <a:ext cx="119969" cy="10497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43562" y="5221609"/>
            <a:ext cx="119969" cy="10497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91075" y="5130700"/>
            <a:ext cx="119969" cy="10497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43562" y="5039791"/>
            <a:ext cx="119969" cy="10497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48534" y="5039791"/>
            <a:ext cx="119969" cy="104973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203546" y="5153193"/>
            <a:ext cx="104973" cy="8997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495240" y="5450737"/>
            <a:ext cx="289681" cy="11850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547909" y="5424402"/>
            <a:ext cx="184343" cy="92171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626913" y="5299313"/>
            <a:ext cx="26334" cy="158008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679582" y="5286147"/>
            <a:ext cx="105338" cy="92171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633496" y="5365969"/>
            <a:ext cx="105338" cy="92171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541326" y="5365969"/>
            <a:ext cx="105338" cy="92171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495240" y="5286147"/>
            <a:ext cx="105338" cy="92171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541326" y="5206325"/>
            <a:ext cx="105338" cy="92171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633496" y="5206325"/>
            <a:ext cx="105338" cy="92171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593995" y="5305897"/>
            <a:ext cx="92171" cy="7900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340523" y="5718657"/>
            <a:ext cx="233354" cy="95463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382951" y="5697443"/>
            <a:ext cx="148498" cy="74249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446593" y="5596677"/>
            <a:ext cx="21214" cy="12728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489021" y="5586070"/>
            <a:ext cx="84856" cy="7424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451896" y="5650371"/>
            <a:ext cx="84856" cy="7424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377648" y="5650371"/>
            <a:ext cx="84856" cy="7424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340523" y="5586070"/>
            <a:ext cx="84856" cy="7424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377648" y="5521769"/>
            <a:ext cx="84856" cy="7424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451896" y="5521769"/>
            <a:ext cx="84856" cy="74249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420076" y="5601981"/>
            <a:ext cx="74249" cy="6364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32688" y="4929531"/>
            <a:ext cx="197510" cy="19751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16229" y="4896613"/>
            <a:ext cx="230428" cy="118506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982065" y="499536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56132" y="499536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014984" y="5077663"/>
            <a:ext cx="32918" cy="16459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949147" y="503651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80820" y="503651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932688" y="5143500"/>
            <a:ext cx="197510" cy="246888"/>
          </a:xfrm>
          <a:prstGeom prst="rect">
            <a:avLst/>
          </a:prstGeom>
          <a:solidFill>
            <a:srgbClr val="44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899770" y="515995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121969" y="515995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949147" y="539038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039672" y="539038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932688" y="555315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1023213" y="555315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161288" y="4320540"/>
            <a:ext cx="36576" cy="51206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1042415" y="3909060"/>
            <a:ext cx="274320" cy="201168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36576" y="6638544"/>
            <a:ext cx="6021324" cy="201168"/>
          </a:xfrm>
          <a:prstGeom prst="rect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640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097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103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560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3566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4023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5029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486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6492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6949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955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8412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9418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9875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0881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1338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2344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12801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13807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14264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15270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15727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16733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17190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18196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18653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19659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20116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21122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21579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22585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23042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24048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24505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25511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25968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26974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27432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28437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28895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29900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30358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31363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31821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32826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33284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34290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34747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35753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36210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37216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37673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38679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39136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40142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40599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41605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42062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43068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43525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Rectangle 455"/>
          <p:cNvSpPr/>
          <p:nvPr/>
        </p:nvSpPr>
        <p:spPr>
          <a:xfrm>
            <a:off x="44531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44988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45994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46451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47457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47914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48920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49377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50383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50840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51846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52303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53309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53766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54772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55229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56235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56692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57698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58155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59161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59618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TextBox 477"/>
          <p:cNvSpPr txBox="1"/>
          <p:nvPr/>
        </p:nvSpPr>
        <p:spPr>
          <a:xfrm>
            <a:off x="109728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立夏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09728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Start of Summer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109728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Summer comes. Plants grow fast.</a:t>
            </a:r>
          </a:p>
        </p:txBody>
      </p:sp>
      <p:sp>
        <p:nvSpPr>
          <p:cNvPr id="481" name="Rectangle 480"/>
          <p:cNvSpPr/>
          <p:nvPr/>
        </p:nvSpPr>
        <p:spPr>
          <a:xfrm>
            <a:off x="0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605790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6185916" y="3337560"/>
            <a:ext cx="512064" cy="5120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6734556" y="354787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6635462" y="378710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6396228" y="388620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6156994" y="378710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6057900" y="354787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6156994" y="330863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6396228" y="320954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6635462" y="330863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6624828" y="4594860"/>
            <a:ext cx="1133856" cy="530352"/>
          </a:xfrm>
          <a:prstGeom prst="ellipse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1312592" y="4541460"/>
            <a:ext cx="655440" cy="655440"/>
          </a:xfrm>
          <a:prstGeom prst="ellipse">
            <a:avLst/>
          </a:prstGeom>
          <a:solidFill>
            <a:srgbClr val="F08C30"/>
          </a:solidFill>
          <a:ln w="25400">
            <a:solidFill>
              <a:srgbClr val="C860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11537900" y="4766768"/>
            <a:ext cx="204825" cy="204825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11640311" y="4869179"/>
            <a:ext cx="163863" cy="3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11640311" y="4869179"/>
            <a:ext cx="115869" cy="115869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11640311" y="4869179"/>
            <a:ext cx="3" cy="163863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11524445" y="4869179"/>
            <a:ext cx="115869" cy="115869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11476451" y="4869179"/>
            <a:ext cx="163863" cy="3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11524445" y="4753313"/>
            <a:ext cx="115869" cy="115869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11640311" y="4705319"/>
            <a:ext cx="3" cy="163863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11640311" y="4753313"/>
            <a:ext cx="115869" cy="115869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11868204" y="4961254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11736349" y="5095430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11548238" y="5097072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11414062" y="4965217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11412420" y="4777106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11544275" y="4642930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11732386" y="4641288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1866562" y="4773143"/>
            <a:ext cx="122895" cy="61447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6807708" y="5760720"/>
            <a:ext cx="1225296" cy="201168"/>
          </a:xfrm>
          <a:prstGeom prst="ellipse">
            <a:avLst/>
          </a:prstGeom>
          <a:solidFill>
            <a:srgbClr val="6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6899148" y="5966460"/>
            <a:ext cx="73152" cy="54864"/>
          </a:xfrm>
          <a:prstGeom prst="ellipse">
            <a:avLst/>
          </a:prstGeom>
          <a:solidFill>
            <a:srgbClr val="AA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Oval 517"/>
          <p:cNvSpPr/>
          <p:nvPr/>
        </p:nvSpPr>
        <p:spPr>
          <a:xfrm>
            <a:off x="7136892" y="5966460"/>
            <a:ext cx="73152" cy="54864"/>
          </a:xfrm>
          <a:prstGeom prst="ellipse">
            <a:avLst/>
          </a:prstGeom>
          <a:solidFill>
            <a:srgbClr val="AA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Oval 518"/>
          <p:cNvSpPr/>
          <p:nvPr/>
        </p:nvSpPr>
        <p:spPr>
          <a:xfrm>
            <a:off x="7374636" y="5966460"/>
            <a:ext cx="73152" cy="54864"/>
          </a:xfrm>
          <a:prstGeom prst="ellipse">
            <a:avLst/>
          </a:prstGeom>
          <a:solidFill>
            <a:srgbClr val="AA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Oval 519"/>
          <p:cNvSpPr/>
          <p:nvPr/>
        </p:nvSpPr>
        <p:spPr>
          <a:xfrm>
            <a:off x="7612380" y="5966460"/>
            <a:ext cx="73152" cy="54864"/>
          </a:xfrm>
          <a:prstGeom prst="ellipse">
            <a:avLst/>
          </a:prstGeom>
          <a:solidFill>
            <a:srgbClr val="AA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7850124" y="5966460"/>
            <a:ext cx="73152" cy="54864"/>
          </a:xfrm>
          <a:prstGeom prst="ellipse">
            <a:avLst/>
          </a:prstGeom>
          <a:solidFill>
            <a:srgbClr val="AA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6204813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6159093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6363309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6317589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6521805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6476085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6680301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6634581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6838797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6793077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6997293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6951573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7155789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7110069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7314285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7268565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7472781" y="535609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Oval 538"/>
          <p:cNvSpPr/>
          <p:nvPr/>
        </p:nvSpPr>
        <p:spPr>
          <a:xfrm>
            <a:off x="7427061" y="523128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6204813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Oval 540"/>
          <p:cNvSpPr/>
          <p:nvPr/>
        </p:nvSpPr>
        <p:spPr>
          <a:xfrm>
            <a:off x="6159093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6363309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Oval 542"/>
          <p:cNvSpPr/>
          <p:nvPr/>
        </p:nvSpPr>
        <p:spPr>
          <a:xfrm>
            <a:off x="6317589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6521805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6476085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6680301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6634581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6838797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6793077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6997293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6951573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7155789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7110069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7314285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Oval 554"/>
          <p:cNvSpPr/>
          <p:nvPr/>
        </p:nvSpPr>
        <p:spPr>
          <a:xfrm>
            <a:off x="7268565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7472781" y="5836158"/>
            <a:ext cx="27432" cy="336042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Oval 556"/>
          <p:cNvSpPr/>
          <p:nvPr/>
        </p:nvSpPr>
        <p:spPr>
          <a:xfrm>
            <a:off x="7427061" y="5711342"/>
            <a:ext cx="100584" cy="14401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6131052" y="6638544"/>
            <a:ext cx="6021324" cy="201168"/>
          </a:xfrm>
          <a:prstGeom prst="rect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61584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62042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63047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63505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64510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64968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65973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66431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67437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67894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68900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69357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70363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70820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71826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72283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73289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73746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74752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75209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76215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76672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77678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78135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79141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79598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80604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81061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82067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82524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83530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83987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84993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85450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86456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86913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87919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88376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89382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89839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90845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91302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92308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92765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93771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94228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95234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95691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96697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97155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98160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98618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99623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100081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101086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101544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102549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103007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104013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104470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105476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105933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106939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Rectangle 621"/>
          <p:cNvSpPr/>
          <p:nvPr/>
        </p:nvSpPr>
        <p:spPr>
          <a:xfrm>
            <a:off x="107396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Rectangle 622"/>
          <p:cNvSpPr/>
          <p:nvPr/>
        </p:nvSpPr>
        <p:spPr>
          <a:xfrm>
            <a:off x="108402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Rectangle 623"/>
          <p:cNvSpPr/>
          <p:nvPr/>
        </p:nvSpPr>
        <p:spPr>
          <a:xfrm>
            <a:off x="108859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Rectangle 624"/>
          <p:cNvSpPr/>
          <p:nvPr/>
        </p:nvSpPr>
        <p:spPr>
          <a:xfrm>
            <a:off x="109865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110322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111328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111785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Rectangle 628"/>
          <p:cNvSpPr/>
          <p:nvPr/>
        </p:nvSpPr>
        <p:spPr>
          <a:xfrm>
            <a:off x="112791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Rectangle 629"/>
          <p:cNvSpPr/>
          <p:nvPr/>
        </p:nvSpPr>
        <p:spPr>
          <a:xfrm>
            <a:off x="113248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4254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Rectangle 631"/>
          <p:cNvSpPr/>
          <p:nvPr/>
        </p:nvSpPr>
        <p:spPr>
          <a:xfrm>
            <a:off x="114711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Rectangle 632"/>
          <p:cNvSpPr/>
          <p:nvPr/>
        </p:nvSpPr>
        <p:spPr>
          <a:xfrm>
            <a:off x="115717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Rectangle 633"/>
          <p:cNvSpPr/>
          <p:nvPr/>
        </p:nvSpPr>
        <p:spPr>
          <a:xfrm>
            <a:off x="116174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Rectangle 634"/>
          <p:cNvSpPr/>
          <p:nvPr/>
        </p:nvSpPr>
        <p:spPr>
          <a:xfrm>
            <a:off x="117180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Rectangle 635"/>
          <p:cNvSpPr/>
          <p:nvPr/>
        </p:nvSpPr>
        <p:spPr>
          <a:xfrm>
            <a:off x="117637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Rectangle 636"/>
          <p:cNvSpPr/>
          <p:nvPr/>
        </p:nvSpPr>
        <p:spPr>
          <a:xfrm>
            <a:off x="118643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Rectangle 637"/>
          <p:cNvSpPr/>
          <p:nvPr/>
        </p:nvSpPr>
        <p:spPr>
          <a:xfrm>
            <a:off x="119100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Rectangle 638"/>
          <p:cNvSpPr/>
          <p:nvPr/>
        </p:nvSpPr>
        <p:spPr>
          <a:xfrm>
            <a:off x="120106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Rectangle 639"/>
          <p:cNvSpPr/>
          <p:nvPr/>
        </p:nvSpPr>
        <p:spPr>
          <a:xfrm>
            <a:off x="120563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TextBox 640"/>
          <p:cNvSpPr txBox="1"/>
          <p:nvPr/>
        </p:nvSpPr>
        <p:spPr>
          <a:xfrm>
            <a:off x="6204204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小满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6204204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Grain Full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6204204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Grains start to become full.</a:t>
            </a:r>
          </a:p>
        </p:txBody>
      </p:sp>
      <p:sp>
        <p:nvSpPr>
          <p:cNvPr id="644" name="Rectangle 643"/>
          <p:cNvSpPr/>
          <p:nvPr/>
        </p:nvSpPr>
        <p:spPr>
          <a:xfrm>
            <a:off x="6094476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Rectangle 644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Rectangle 645"/>
          <p:cNvSpPr/>
          <p:nvPr/>
        </p:nvSpPr>
        <p:spPr>
          <a:xfrm>
            <a:off x="60944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7" name="Rectangle 646"/>
          <p:cNvSpPr/>
          <p:nvPr/>
        </p:nvSpPr>
        <p:spPr>
          <a:xfrm>
            <a:off x="121523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40" name="Rectangle 339"/>
          <p:cNvSpPr/>
          <p:nvPr/>
        </p:nvSpPr>
        <p:spPr>
          <a:xfrm>
            <a:off x="6094476" y="6638544"/>
            <a:ext cx="6094476" cy="219456"/>
          </a:xfrm>
          <a:prstGeom prst="rect">
            <a:avLst/>
          </a:prstGeom>
          <a:solidFill>
            <a:srgbClr val="3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6094476" y="3429000"/>
            <a:ext cx="6094476" cy="1303020"/>
          </a:xfrm>
          <a:prstGeom prst="rect">
            <a:avLst/>
          </a:prstGeom>
          <a:solidFill>
            <a:srgbClr val="4018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6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0" y="6638544"/>
            <a:ext cx="6094476" cy="219456"/>
          </a:xfrm>
          <a:prstGeom prst="rect">
            <a:avLst/>
          </a:prstGeom>
          <a:solidFill>
            <a:srgbClr val="3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0" y="3429000"/>
            <a:ext cx="6094476" cy="1303020"/>
          </a:xfrm>
          <a:prstGeom prst="rect">
            <a:avLst/>
          </a:prstGeom>
          <a:solidFill>
            <a:srgbClr val="502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6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94476" y="3209544"/>
            <a:ext cx="6094476" cy="219456"/>
          </a:xfrm>
          <a:prstGeom prst="rect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94476" y="0"/>
            <a:ext cx="6094476" cy="1303020"/>
          </a:xfrm>
          <a:prstGeom prst="rect">
            <a:avLst/>
          </a:prstGeom>
          <a:solidFill>
            <a:srgbClr val="78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9544"/>
            <a:ext cx="6094476" cy="219456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03020"/>
          </a:xfrm>
          <a:prstGeom prst="rect">
            <a:avLst/>
          </a:prstGeom>
          <a:solidFill>
            <a:srgbClr val="78C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6032" y="73152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54864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82296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32688" y="64008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8720" y="73152"/>
            <a:ext cx="109728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-344119" y="1028700"/>
            <a:ext cx="1196949" cy="502920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2830" y="1028700"/>
            <a:ext cx="1196949" cy="502920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9779" y="1028700"/>
            <a:ext cx="1196949" cy="502920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46728" y="1028700"/>
            <a:ext cx="1196949" cy="502920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43677" y="1028700"/>
            <a:ext cx="1196949" cy="502920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-344119" y="1440180"/>
            <a:ext cx="1196949" cy="50292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2830" y="1440180"/>
            <a:ext cx="1196949" cy="50292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049779" y="1440180"/>
            <a:ext cx="1196949" cy="50292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46728" y="1440180"/>
            <a:ext cx="1196949" cy="50292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43677" y="1440180"/>
            <a:ext cx="1196949" cy="50292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" y="1234440"/>
            <a:ext cx="585216" cy="256032"/>
          </a:xfrm>
          <a:prstGeom prst="ellipse">
            <a:avLst/>
          </a:prstGeom>
          <a:solidFill>
            <a:srgbClr val="EE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12" y="1289304"/>
            <a:ext cx="585216" cy="256032"/>
          </a:xfrm>
          <a:prstGeom prst="ellipse">
            <a:avLst/>
          </a:prstGeom>
          <a:solidFill>
            <a:srgbClr val="EE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1344168"/>
            <a:ext cx="585216" cy="256032"/>
          </a:xfrm>
          <a:prstGeom prst="ellipse">
            <a:avLst/>
          </a:prstGeom>
          <a:solidFill>
            <a:srgbClr val="EE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70432" y="1399032"/>
            <a:ext cx="585216" cy="256032"/>
          </a:xfrm>
          <a:prstGeom prst="ellipse">
            <a:avLst/>
          </a:prstGeom>
          <a:solidFill>
            <a:srgbClr val="EE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536192" y="1453896"/>
            <a:ext cx="585216" cy="256032"/>
          </a:xfrm>
          <a:prstGeom prst="ellipse">
            <a:avLst/>
          </a:prstGeom>
          <a:solidFill>
            <a:srgbClr val="EE4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64592" y="1234440"/>
            <a:ext cx="210677" cy="158008"/>
          </a:xfrm>
          <a:prstGeom prst="rect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8258" y="1142269"/>
            <a:ext cx="263347" cy="105338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3596" y="1300276"/>
            <a:ext cx="52669" cy="9217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84343" y="1260774"/>
            <a:ext cx="46085" cy="46085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09432" y="1260774"/>
            <a:ext cx="46085" cy="46085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6304" y="2125980"/>
            <a:ext cx="128016" cy="329184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82880" y="2016252"/>
            <a:ext cx="91440" cy="1097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56032" y="2071116"/>
            <a:ext cx="146304" cy="36576"/>
          </a:xfrm>
          <a:prstGeom prst="rect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4864" y="2162556"/>
            <a:ext cx="164592" cy="91440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2342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36622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377857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32137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73372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027652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68887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723167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64402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418682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159917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114197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55432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9712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550947" y="2379726"/>
            <a:ext cx="27432" cy="43205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505227" y="2219248"/>
            <a:ext cx="100584" cy="185166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" y="3209544"/>
            <a:ext cx="6021324" cy="201168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7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03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66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23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92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49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55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12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18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75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881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338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344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801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807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4264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270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727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6733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190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196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653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9659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116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122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579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585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3042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048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4505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511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968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974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432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437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95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9900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358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1363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821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2826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3284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4290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747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753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6210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7216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7673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8679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9136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0142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0599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605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062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068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525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531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988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5994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451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457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7914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8920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9377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0383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840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1846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2303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309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3766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4772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5229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235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6692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98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8155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9161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9618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728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芒种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9728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Grain in Ear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9728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Time for planting and harvesting.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0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05790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734556" y="-146304"/>
            <a:ext cx="585216" cy="58521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7356348" y="1005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7246541" y="365681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981444" y="475488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716347" y="365681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606540" y="10058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716347" y="-164513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981444" y="-27432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7246541" y="-164513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259068" y="1303020"/>
            <a:ext cx="5765292" cy="1440180"/>
          </a:xfrm>
          <a:prstGeom prst="ellipse">
            <a:avLst/>
          </a:prstGeom>
          <a:solidFill>
            <a:srgbClr val="6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112764" y="1485900"/>
            <a:ext cx="402336" cy="164592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185916" y="1449324"/>
            <a:ext cx="256032" cy="12801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295644" y="1275588"/>
            <a:ext cx="36576" cy="219456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368796" y="1257300"/>
            <a:ext cx="146304" cy="128016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304788" y="1368165"/>
            <a:ext cx="146304" cy="128016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176773" y="1368165"/>
            <a:ext cx="146304" cy="128016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112764" y="1257300"/>
            <a:ext cx="146304" cy="128016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176772" y="1146435"/>
            <a:ext cx="146304" cy="128016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304788" y="1146435"/>
            <a:ext cx="146304" cy="128016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249924" y="1284732"/>
            <a:ext cx="128016" cy="10972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667257" y="1274673"/>
            <a:ext cx="354055" cy="144840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731630" y="1242486"/>
            <a:ext cx="225308" cy="11265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828191" y="1089600"/>
            <a:ext cx="32186" cy="193121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892565" y="1073506"/>
            <a:ext cx="128747" cy="11265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836238" y="1171067"/>
            <a:ext cx="128747" cy="11265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723585" y="1171067"/>
            <a:ext cx="128747" cy="11265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6667257" y="1073506"/>
            <a:ext cx="128747" cy="11265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6723584" y="975945"/>
            <a:ext cx="128747" cy="11265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6836238" y="975945"/>
            <a:ext cx="128747" cy="11265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6787957" y="1097646"/>
            <a:ext cx="112654" cy="9656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226138" y="1550822"/>
            <a:ext cx="370149" cy="151424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293438" y="1517172"/>
            <a:ext cx="235549" cy="11777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394388" y="1357336"/>
            <a:ext cx="33649" cy="201899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461687" y="1340512"/>
            <a:ext cx="134599" cy="1177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402800" y="1442507"/>
            <a:ext cx="134599" cy="1177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285027" y="1442507"/>
            <a:ext cx="134599" cy="1177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226139" y="1340512"/>
            <a:ext cx="134599" cy="1177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285026" y="1238517"/>
            <a:ext cx="134599" cy="1177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402800" y="1238517"/>
            <a:ext cx="134599" cy="11777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7352325" y="1365748"/>
            <a:ext cx="117774" cy="100949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697237" y="1337767"/>
            <a:ext cx="305775" cy="125089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7752832" y="1309969"/>
            <a:ext cx="194584" cy="97292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836226" y="1177931"/>
            <a:ext cx="27797" cy="166786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7891821" y="1164032"/>
            <a:ext cx="111191" cy="972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7843175" y="1248289"/>
            <a:ext cx="111191" cy="972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745884" y="1248289"/>
            <a:ext cx="111191" cy="972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697237" y="1164032"/>
            <a:ext cx="111191" cy="972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745883" y="1079775"/>
            <a:ext cx="111191" cy="972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7843175" y="1079775"/>
            <a:ext cx="111191" cy="9729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7801478" y="1184880"/>
            <a:ext cx="97292" cy="83393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11640312" y="2400300"/>
            <a:ext cx="242498" cy="167883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11686946" y="2288378"/>
            <a:ext cx="149230" cy="13057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11677619" y="2269724"/>
            <a:ext cx="55961" cy="5596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11752234" y="2269724"/>
            <a:ext cx="55961" cy="5596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11696273" y="2288378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11770888" y="2288378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11547044" y="2474915"/>
            <a:ext cx="149230" cy="6528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11808195" y="2474915"/>
            <a:ext cx="149230" cy="6528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11439144" y="2468880"/>
            <a:ext cx="658368" cy="21945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6295644" y="2125980"/>
            <a:ext cx="219456" cy="10972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716268" y="2331720"/>
            <a:ext cx="219456" cy="10972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210044" y="2194560"/>
            <a:ext cx="219456" cy="10972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131052" y="3209544"/>
            <a:ext cx="6021324" cy="201168"/>
          </a:xfrm>
          <a:prstGeom prst="rect">
            <a:avLst/>
          </a:prstGeom>
          <a:solidFill>
            <a:srgbClr val="50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1584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2042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3047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3505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4510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968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973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6431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7437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894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900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9357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0363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820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826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2283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3289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746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4752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5209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6215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6672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7678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8135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141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598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0604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1061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2067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2524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3530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3987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4993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5450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6456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6913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7919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8376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9382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9839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0845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1302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2308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765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3771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4228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234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691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6697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155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8160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8618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9623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0081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1086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1544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2549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03007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4013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470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476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5933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6939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7396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8402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8859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9865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0322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1328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11785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2791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13248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4254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14711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15717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16174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7180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7637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18643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19100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20106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20563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204204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夏至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204204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Summer Solstice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204204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Longest day of the year.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094476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0944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21523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-182880" y="4937760"/>
            <a:ext cx="6460236" cy="1783080"/>
          </a:xfrm>
          <a:prstGeom prst="ellipse">
            <a:avLst/>
          </a:prstGeom>
          <a:solidFill>
            <a:srgbClr val="3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58445" y="4374855"/>
            <a:ext cx="87782" cy="43891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38989" y="4199291"/>
            <a:ext cx="526694" cy="351129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09215" y="4058839"/>
            <a:ext cx="386242" cy="298460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279441" y="3971057"/>
            <a:ext cx="245790" cy="193121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82880" y="5829300"/>
            <a:ext cx="201168" cy="128016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19456" y="5554980"/>
            <a:ext cx="128016" cy="109728"/>
          </a:xfrm>
          <a:prstGeom prst="ellipse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228600" y="5417819"/>
            <a:ext cx="36576" cy="73152"/>
          </a:xfrm>
          <a:prstGeom prst="ellipse">
            <a:avLst/>
          </a:prstGeom>
          <a:solidFill>
            <a:srgbClr val="F8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283464" y="5417819"/>
            <a:ext cx="36576" cy="73152"/>
          </a:xfrm>
          <a:prstGeom prst="ellipse">
            <a:avLst/>
          </a:prstGeom>
          <a:solidFill>
            <a:srgbClr val="F8AA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1078992" y="4183380"/>
            <a:ext cx="82296" cy="4937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1095451" y="4150462"/>
            <a:ext cx="49377" cy="4937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1013156" y="416692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1144828" y="416692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481328" y="4046220"/>
            <a:ext cx="82296" cy="4937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1497787" y="4013302"/>
            <a:ext cx="49377" cy="4937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1415492" y="402976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1547164" y="402976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13232" y="3977640"/>
            <a:ext cx="82296" cy="4937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729691" y="3944722"/>
            <a:ext cx="49377" cy="4937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647396" y="396118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79068" y="396118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737360" y="4320540"/>
            <a:ext cx="82296" cy="4937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753819" y="4287622"/>
            <a:ext cx="49377" cy="4937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1671524" y="430408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803196" y="430408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280160" y="3840480"/>
            <a:ext cx="82296" cy="4937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296619" y="3807562"/>
            <a:ext cx="49377" cy="4937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214324" y="382402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345996" y="3824021"/>
            <a:ext cx="98755" cy="49377"/>
          </a:xfrm>
          <a:prstGeom prst="ellipse">
            <a:avLst/>
          </a:prstGeom>
          <a:solidFill>
            <a:srgbClr val="CC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822960" y="4732020"/>
            <a:ext cx="201168" cy="54864"/>
          </a:xfrm>
          <a:prstGeom prst="ellipse">
            <a:avLst/>
          </a:prstGeom>
          <a:solidFill>
            <a:srgbClr val="FF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1115568" y="4732020"/>
            <a:ext cx="201168" cy="54864"/>
          </a:xfrm>
          <a:prstGeom prst="ellipse">
            <a:avLst/>
          </a:prstGeom>
          <a:solidFill>
            <a:srgbClr val="FF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1408176" y="4732020"/>
            <a:ext cx="201168" cy="54864"/>
          </a:xfrm>
          <a:prstGeom prst="ellipse">
            <a:avLst/>
          </a:prstGeom>
          <a:solidFill>
            <a:srgbClr val="FF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1700784" y="4732020"/>
            <a:ext cx="201168" cy="54864"/>
          </a:xfrm>
          <a:prstGeom prst="ellipse">
            <a:avLst/>
          </a:prstGeom>
          <a:solidFill>
            <a:srgbClr val="FF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109728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小暑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109728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FF"/>
                </a:solidFill>
                <a:latin typeface="Georgia"/>
              </a:rPr>
              <a:t>Minor Heat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09728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EEEFF"/>
                </a:solidFill>
                <a:latin typeface="Georgia"/>
              </a:rPr>
              <a:t>It becomes very hot.</a:t>
            </a:r>
          </a:p>
        </p:txBody>
      </p:sp>
      <p:sp>
        <p:nvSpPr>
          <p:cNvPr id="334" name="Rectangle 333"/>
          <p:cNvSpPr/>
          <p:nvPr/>
        </p:nvSpPr>
        <p:spPr>
          <a:xfrm>
            <a:off x="0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605790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5911596" y="4937760"/>
            <a:ext cx="6460236" cy="1783080"/>
          </a:xfrm>
          <a:prstGeom prst="ellipse">
            <a:avLst/>
          </a:prstGeom>
          <a:solidFill>
            <a:srgbClr val="3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1475720" y="3282696"/>
            <a:ext cx="548640" cy="5486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2060936" y="351129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1956485" y="3763461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1704320" y="3867912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1452155" y="3763461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11347704" y="3511296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11452155" y="3259131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11704320" y="315468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1956485" y="3259131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7027164" y="3593592"/>
            <a:ext cx="749808" cy="329184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6990588" y="3557016"/>
            <a:ext cx="822960" cy="64008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6990588" y="3593592"/>
            <a:ext cx="54864" cy="329184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7758684" y="3593592"/>
            <a:ext cx="54864" cy="329184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6350508" y="4763842"/>
            <a:ext cx="223845" cy="223845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6331855" y="4726535"/>
            <a:ext cx="261152" cy="134307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6406469" y="4838457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6490411" y="4838457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6443776" y="4931725"/>
            <a:ext cx="37307" cy="18653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6369161" y="4885091"/>
            <a:ext cx="37307" cy="2798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6518391" y="4885091"/>
            <a:ext cx="37307" cy="2798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6350508" y="5006340"/>
            <a:ext cx="223845" cy="153893"/>
          </a:xfrm>
          <a:prstGeom prst="rect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6313201" y="5118262"/>
            <a:ext cx="298460" cy="139903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6313201" y="5024993"/>
            <a:ext cx="46634" cy="16788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6565027" y="5024993"/>
            <a:ext cx="46634" cy="16788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6369161" y="5286146"/>
            <a:ext cx="83941" cy="20519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6471757" y="5286146"/>
            <a:ext cx="83941" cy="20519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6350508" y="5473049"/>
            <a:ext cx="111922" cy="65288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6453103" y="5473049"/>
            <a:ext cx="111922" cy="65288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6551676" y="5212080"/>
            <a:ext cx="298460" cy="22823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6595567" y="5247192"/>
            <a:ext cx="210677" cy="158008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6621901" y="5212080"/>
            <a:ext cx="26334" cy="22823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6692127" y="5212080"/>
            <a:ext cx="26334" cy="22823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6762353" y="5212080"/>
            <a:ext cx="26334" cy="22823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6167628" y="6035040"/>
            <a:ext cx="198973" cy="15215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6196888" y="6058448"/>
            <a:ext cx="140451" cy="105338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6214445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6261262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308079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7173468" y="6035040"/>
            <a:ext cx="198973" cy="15215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7202728" y="6058448"/>
            <a:ext cx="140451" cy="105338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7220285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7267102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7313919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7484364" y="6035040"/>
            <a:ext cx="198973" cy="15215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7513624" y="6058448"/>
            <a:ext cx="140451" cy="105338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7531181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7577998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7624815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7758684" y="6035040"/>
            <a:ext cx="198973" cy="152156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7787944" y="6058448"/>
            <a:ext cx="140451" cy="105338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7805501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7852318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7899135" y="6035040"/>
            <a:ext cx="17556" cy="152156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6496812" y="4937760"/>
            <a:ext cx="54864" cy="91440"/>
          </a:xfrm>
          <a:prstGeom prst="ellipse">
            <a:avLst/>
          </a:prstGeom>
          <a:solidFill>
            <a:srgbClr val="88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6606540" y="4937760"/>
            <a:ext cx="54864" cy="91440"/>
          </a:xfrm>
          <a:prstGeom prst="ellipse">
            <a:avLst/>
          </a:prstGeom>
          <a:solidFill>
            <a:srgbClr val="88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6716268" y="4937760"/>
            <a:ext cx="54864" cy="91440"/>
          </a:xfrm>
          <a:prstGeom prst="ellipse">
            <a:avLst/>
          </a:prstGeom>
          <a:solidFill>
            <a:srgbClr val="88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TextBox 397"/>
          <p:cNvSpPr txBox="1"/>
          <p:nvPr/>
        </p:nvSpPr>
        <p:spPr>
          <a:xfrm>
            <a:off x="6204204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大暑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6204204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EEEFF"/>
                </a:solidFill>
                <a:latin typeface="Georgia"/>
              </a:rPr>
              <a:t>Major Heat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6204204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EEEFF"/>
                </a:solidFill>
                <a:latin typeface="Georgia"/>
              </a:rPr>
              <a:t>Hottest time of the year.</a:t>
            </a:r>
          </a:p>
        </p:txBody>
      </p:sp>
      <p:sp>
        <p:nvSpPr>
          <p:cNvPr id="401" name="Rectangle 400"/>
          <p:cNvSpPr/>
          <p:nvPr/>
        </p:nvSpPr>
        <p:spPr>
          <a:xfrm>
            <a:off x="6094476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60944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121523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9" name="Rectangle 398"/>
          <p:cNvSpPr/>
          <p:nvPr/>
        </p:nvSpPr>
        <p:spPr>
          <a:xfrm>
            <a:off x="6094476" y="6638544"/>
            <a:ext cx="6094476" cy="219456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6094476" y="3429000"/>
            <a:ext cx="6094476" cy="1303020"/>
          </a:xfrm>
          <a:prstGeom prst="rect">
            <a:avLst/>
          </a:prstGeom>
          <a:solidFill>
            <a:srgbClr val="FFE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F4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0" y="6638544"/>
            <a:ext cx="6094476" cy="219456"/>
          </a:xfrm>
          <a:prstGeom prst="rect">
            <a:avLst/>
          </a:prstGeom>
          <a:solidFill>
            <a:srgbClr val="AA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3429000"/>
            <a:ext cx="6094476" cy="130302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094476" y="3209544"/>
            <a:ext cx="6094476" cy="219456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6094476" y="0"/>
            <a:ext cx="6094476" cy="1303020"/>
          </a:xfrm>
          <a:prstGeom prst="rect">
            <a:avLst/>
          </a:prstGeom>
          <a:solidFill>
            <a:srgbClr val="FFE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F4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9544"/>
            <a:ext cx="6094476" cy="219456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03020"/>
          </a:xfrm>
          <a:prstGeom prst="rect">
            <a:avLst/>
          </a:prstGeom>
          <a:solidFill>
            <a:srgbClr val="FFE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F4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72684" y="-18288"/>
            <a:ext cx="402336" cy="40233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911596" y="1371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28571" y="33759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628132" y="42062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427693" y="33759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344668" y="1371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27693" y="-6327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28132" y="-14630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828571" y="-6327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2550" y="884956"/>
            <a:ext cx="93268" cy="46634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378" y="698419"/>
            <a:ext cx="559612" cy="373075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23993" y="549189"/>
            <a:ext cx="410382" cy="317113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8608" y="455920"/>
            <a:ext cx="261152" cy="205191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441095" y="798454"/>
            <a:ext cx="80467" cy="40233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39927" y="637520"/>
            <a:ext cx="482803" cy="32186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304301" y="508773"/>
            <a:ext cx="354055" cy="27358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68674" y="428305"/>
            <a:ext cx="225308" cy="17702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5488" y="1577340"/>
            <a:ext cx="91440" cy="73152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4672" y="1234440"/>
            <a:ext cx="91440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207008" y="1714500"/>
            <a:ext cx="91440" cy="73152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591056" y="1440180"/>
            <a:ext cx="91440" cy="73152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1792" y="1783080"/>
            <a:ext cx="91440" cy="7315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89888" y="1303020"/>
            <a:ext cx="91440" cy="73152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" y="1500531"/>
            <a:ext cx="197510" cy="19751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81" y="1467613"/>
            <a:ext cx="230428" cy="118506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0817" y="156636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4884" y="156636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73736" y="1648663"/>
            <a:ext cx="32918" cy="16459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7899" y="160751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39572" y="160751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" y="1714500"/>
            <a:ext cx="197510" cy="135788"/>
          </a:xfrm>
          <a:prstGeom prst="rect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8522" y="1813255"/>
            <a:ext cx="263346" cy="123444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522" y="173095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80721" y="173095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7899" y="196138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98424" y="196138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1440" y="212415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1965" y="212415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1234440"/>
            <a:ext cx="237744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" y="1165860"/>
            <a:ext cx="274320" cy="3657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9184" y="2057400"/>
            <a:ext cx="36576" cy="21945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6928" y="2057400"/>
            <a:ext cx="36576" cy="21945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" y="3209544"/>
            <a:ext cx="6021324" cy="201168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0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97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103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60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566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23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29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92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949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955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412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418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875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0881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338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2344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2801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3807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4264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5270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5727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6733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7190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196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8653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9659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0116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21122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21579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2585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3042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4048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4505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511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968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6974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7432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8437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8895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900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0358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363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1821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2826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3284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4290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4747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5753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6210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7216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7673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8679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9136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142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0599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1605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2062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3068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525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4531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4988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994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6451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7457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7914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8920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9377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50383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50840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51846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2303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3309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3766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4772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5229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6235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6692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7698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8155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9161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9618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09728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立秋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728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Start of Autumn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728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Autumn begins. It cools down.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0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05790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259068" y="-18288"/>
            <a:ext cx="402336" cy="40233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697980" y="1371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614955" y="33759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414516" y="42062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214077" y="33759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131052" y="137160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214077" y="-6327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414516" y="-146304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614955" y="-63279"/>
            <a:ext cx="91440" cy="91440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5650611" y="1440180"/>
            <a:ext cx="1496187" cy="502920"/>
          </a:xfrm>
          <a:prstGeom prst="ellipse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7146798" y="1440180"/>
            <a:ext cx="1496187" cy="502920"/>
          </a:xfrm>
          <a:prstGeom prst="ellipse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642985" y="1440180"/>
            <a:ext cx="1496187" cy="502920"/>
          </a:xfrm>
          <a:prstGeom prst="ellipse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10139172" y="1440180"/>
            <a:ext cx="1496187" cy="502920"/>
          </a:xfrm>
          <a:prstGeom prst="ellipse">
            <a:avLst/>
          </a:prstGeom>
          <a:solidFill>
            <a:srgbClr val="FFC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972300" y="1280527"/>
            <a:ext cx="210677" cy="210677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954744" y="1245415"/>
            <a:ext cx="245789" cy="126406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7024969" y="1350752"/>
            <a:ext cx="26334" cy="2633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103973" y="1350752"/>
            <a:ext cx="26334" cy="26334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7060082" y="1438535"/>
            <a:ext cx="35112" cy="17556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989856" y="1394644"/>
            <a:ext cx="35112" cy="2633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130308" y="1394644"/>
            <a:ext cx="35112" cy="26334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919631" y="1245415"/>
            <a:ext cx="316015" cy="70225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989856" y="1157632"/>
            <a:ext cx="158008" cy="122895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72300" y="1508760"/>
            <a:ext cx="210677" cy="263347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37188" y="1526316"/>
            <a:ext cx="43891" cy="158008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174199" y="1526316"/>
            <a:ext cx="43891" cy="158008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989856" y="1772107"/>
            <a:ext cx="79004" cy="19312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086417" y="1772107"/>
            <a:ext cx="79004" cy="19312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972300" y="1946940"/>
            <a:ext cx="105338" cy="6144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068860" y="1946940"/>
            <a:ext cx="105338" cy="6144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91756" y="1851660"/>
            <a:ext cx="384048" cy="274320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10044" y="1714500"/>
            <a:ext cx="109728" cy="128016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301484" y="1714500"/>
            <a:ext cx="109728" cy="128016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429500" y="1714500"/>
            <a:ext cx="109728" cy="12801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697967" y="1234440"/>
            <a:ext cx="42062" cy="504748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630668" y="1318564"/>
            <a:ext cx="252374" cy="4206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647492" y="1066191"/>
            <a:ext cx="185074" cy="18507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613844" y="1049366"/>
            <a:ext cx="252374" cy="67299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7681142" y="931591"/>
            <a:ext cx="117774" cy="134599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630668" y="1360627"/>
            <a:ext cx="252374" cy="185074"/>
          </a:xfrm>
          <a:prstGeom prst="rect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6185916" y="2057400"/>
            <a:ext cx="274320" cy="164592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6222492" y="1920240"/>
            <a:ext cx="201168" cy="109728"/>
          </a:xfrm>
          <a:prstGeom prst="ellipse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6460236" y="2057400"/>
            <a:ext cx="274320" cy="164592"/>
          </a:xfrm>
          <a:prstGeom prst="ellipse">
            <a:avLst/>
          </a:prstGeom>
          <a:solidFill>
            <a:srgbClr val="F0D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6496812" y="1920240"/>
            <a:ext cx="201168" cy="109728"/>
          </a:xfrm>
          <a:prstGeom prst="ellipse">
            <a:avLst/>
          </a:prstGeom>
          <a:solidFill>
            <a:srgbClr val="DDA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6131052" y="3209544"/>
            <a:ext cx="6021324" cy="201168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1584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2042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63047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3505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4510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4968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5973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6431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67437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67894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8900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9357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0363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70820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1826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2283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3289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3746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4752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75209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76215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76672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7678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8135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9141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9598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80604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81061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2067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524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530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3987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84993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85450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86456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86913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7919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8376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9382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9839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90845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91302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92308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2765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93771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94228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95234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95691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96697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97155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8160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8618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9623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100081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101086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101544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102549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103007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104013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104470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105476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105933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106939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7396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8402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8859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9865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10322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11328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11785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12791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13248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14254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14711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15717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16174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17180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17637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18643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19100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20106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20563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204204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处暑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204204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End of Heat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204204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Hot days are over.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6094476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0944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21523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-91440" y="4869180"/>
            <a:ext cx="6277356" cy="384048"/>
          </a:xfrm>
          <a:prstGeom prst="ellipse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66344" y="4242816"/>
            <a:ext cx="91440" cy="45720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237744" y="4059936"/>
            <a:ext cx="548640" cy="365760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310896" y="3913632"/>
            <a:ext cx="402336" cy="31089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384048" y="3822192"/>
            <a:ext cx="256032" cy="201168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237744" y="452628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256032" y="454456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402336" y="432054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420624" y="433882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21792" y="473202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40080" y="475030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841248" y="445770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859536" y="447598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1042415" y="466344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1060704" y="468172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1243584" y="425196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1261872" y="427024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1463040" y="452628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1481328" y="454456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1664208" y="4389120"/>
            <a:ext cx="91440" cy="128016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1682496" y="440740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256032" y="3737610"/>
            <a:ext cx="146304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292608" y="3682746"/>
            <a:ext cx="73152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475488" y="3669030"/>
            <a:ext cx="146304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12064" y="3614166"/>
            <a:ext cx="73152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94944" y="3600450"/>
            <a:ext cx="146304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731520" y="3545586"/>
            <a:ext cx="73152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914400" y="3669030"/>
            <a:ext cx="146304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950976" y="3614166"/>
            <a:ext cx="73152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1133856" y="3737610"/>
            <a:ext cx="146304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1170432" y="3682746"/>
            <a:ext cx="73152" cy="73152"/>
          </a:xfrm>
          <a:prstGeom prst="ellipse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6576" y="6638544"/>
            <a:ext cx="6021324" cy="201168"/>
          </a:xfrm>
          <a:prstGeom prst="rect">
            <a:avLst/>
          </a:prstGeom>
          <a:solidFill>
            <a:srgbClr val="AA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640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1097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2103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2560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3566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4023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029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486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492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6949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7955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8412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9418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9875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0881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11338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12344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12801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13807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14264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15270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15727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16733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17190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18196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18653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19659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20116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21122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21579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22585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23042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24048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24505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25511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25968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26974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27432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28437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28895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29900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30358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31363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31821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32826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33284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34290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34747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35753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36210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37216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7673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8679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9136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40142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40599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1605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42062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3068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3525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4531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4988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45994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46451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47457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47914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48920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49377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50383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0840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1846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52303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53309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53766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54772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55229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56235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56692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57698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58155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59161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59618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TextBox 389"/>
          <p:cNvSpPr txBox="1"/>
          <p:nvPr/>
        </p:nvSpPr>
        <p:spPr>
          <a:xfrm>
            <a:off x="109728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白露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09728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White Dew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09728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Dew appears on the grass at dawn.</a:t>
            </a:r>
          </a:p>
        </p:txBody>
      </p:sp>
      <p:sp>
        <p:nvSpPr>
          <p:cNvPr id="393" name="Rectangle 392"/>
          <p:cNvSpPr/>
          <p:nvPr/>
        </p:nvSpPr>
        <p:spPr>
          <a:xfrm>
            <a:off x="0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605790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1695176" y="3593592"/>
            <a:ext cx="274320" cy="274320"/>
          </a:xfrm>
          <a:prstGeom prst="ellipse">
            <a:avLst/>
          </a:prstGeom>
          <a:solidFill>
            <a:srgbClr val="FFF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6752844" y="5486400"/>
            <a:ext cx="347472" cy="201168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6807708" y="5417819"/>
            <a:ext cx="237744" cy="164592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7557516" y="4604004"/>
            <a:ext cx="73152" cy="36576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7484364" y="4457700"/>
            <a:ext cx="219456" cy="182880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7502652" y="4457700"/>
            <a:ext cx="73152" cy="9144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7575804" y="4402836"/>
            <a:ext cx="73152" cy="9144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7630668" y="4475988"/>
            <a:ext cx="73152" cy="9144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Oval 407"/>
          <p:cNvSpPr/>
          <p:nvPr/>
        </p:nvSpPr>
        <p:spPr>
          <a:xfrm>
            <a:off x="7539228" y="4530852"/>
            <a:ext cx="73152" cy="91440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7045452" y="3648456"/>
            <a:ext cx="54864" cy="50292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6679692" y="3666744"/>
            <a:ext cx="786384" cy="3657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6643116" y="3630168"/>
            <a:ext cx="219456" cy="12801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6697980" y="3502152"/>
            <a:ext cx="128016" cy="128016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7246620" y="3630168"/>
            <a:ext cx="219456" cy="128016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7301484" y="3502152"/>
            <a:ext cx="128016" cy="128016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6185916" y="4953306"/>
            <a:ext cx="175564" cy="175564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6171286" y="4924046"/>
            <a:ext cx="204824" cy="105338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6229807" y="5011827"/>
            <a:ext cx="21945" cy="21945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6295644" y="5011827"/>
            <a:ext cx="21945" cy="21945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6259068" y="5084979"/>
            <a:ext cx="29260" cy="1463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6200546" y="5048403"/>
            <a:ext cx="29260" cy="21945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6317589" y="5048403"/>
            <a:ext cx="29260" cy="21945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6185916" y="5143500"/>
            <a:ext cx="175564" cy="219456"/>
          </a:xfrm>
          <a:prstGeom prst="rect">
            <a:avLst/>
          </a:prstGeom>
          <a:solidFill>
            <a:srgbClr val="AA8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6156656" y="5158130"/>
            <a:ext cx="36576" cy="13167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6354165" y="5158130"/>
            <a:ext cx="36576" cy="13167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6200546" y="5362956"/>
            <a:ext cx="65836" cy="16093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6281013" y="5362956"/>
            <a:ext cx="65836" cy="16093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6185916" y="5505602"/>
            <a:ext cx="87782" cy="512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6266383" y="5505602"/>
            <a:ext cx="87782" cy="512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6405372" y="4943796"/>
            <a:ext cx="184343" cy="184343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6390011" y="4913073"/>
            <a:ext cx="215066" cy="110605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6451457" y="5005243"/>
            <a:ext cx="23042" cy="2304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6520586" y="5005243"/>
            <a:ext cx="23042" cy="23042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6482181" y="5082053"/>
            <a:ext cx="30723" cy="15361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6420733" y="5043648"/>
            <a:ext cx="30723" cy="2304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6543629" y="5043648"/>
            <a:ext cx="30723" cy="2304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6405372" y="5143500"/>
            <a:ext cx="184343" cy="126735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6374649" y="5235671"/>
            <a:ext cx="245790" cy="115214"/>
          </a:xfrm>
          <a:prstGeom prst="ellipse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6374649" y="5158861"/>
            <a:ext cx="38404" cy="138257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6582035" y="5158861"/>
            <a:ext cx="38404" cy="138257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6420733" y="5373928"/>
            <a:ext cx="69128" cy="16898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6505224" y="5373928"/>
            <a:ext cx="69128" cy="16898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6405372" y="5524621"/>
            <a:ext cx="92171" cy="5376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6489862" y="5524621"/>
            <a:ext cx="92171" cy="5376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6606540" y="4934286"/>
            <a:ext cx="193121" cy="193121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6590447" y="4902100"/>
            <a:ext cx="225307" cy="11587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6654820" y="4998659"/>
            <a:ext cx="24140" cy="2414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6727240" y="4998659"/>
            <a:ext cx="24140" cy="2414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6687007" y="5079126"/>
            <a:ext cx="32186" cy="16093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6622633" y="5038893"/>
            <a:ext cx="32186" cy="2414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6751380" y="5038893"/>
            <a:ext cx="32186" cy="2414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6606540" y="5143500"/>
            <a:ext cx="193121" cy="241401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6574354" y="5159593"/>
            <a:ext cx="40233" cy="14484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Rectangle 452"/>
          <p:cNvSpPr/>
          <p:nvPr/>
        </p:nvSpPr>
        <p:spPr>
          <a:xfrm>
            <a:off x="6791615" y="5159593"/>
            <a:ext cx="40233" cy="14484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angle 453"/>
          <p:cNvSpPr/>
          <p:nvPr/>
        </p:nvSpPr>
        <p:spPr>
          <a:xfrm>
            <a:off x="6622633" y="5384901"/>
            <a:ext cx="72420" cy="17702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angle 454"/>
          <p:cNvSpPr/>
          <p:nvPr/>
        </p:nvSpPr>
        <p:spPr>
          <a:xfrm>
            <a:off x="6711147" y="5384901"/>
            <a:ext cx="72420" cy="17702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6606540" y="5543640"/>
            <a:ext cx="96560" cy="5632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6695053" y="5543640"/>
            <a:ext cx="96560" cy="5632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6131052" y="6638544"/>
            <a:ext cx="6021324" cy="201168"/>
          </a:xfrm>
          <a:prstGeom prst="rect">
            <a:avLst/>
          </a:prstGeom>
          <a:solidFill>
            <a:srgbClr val="D48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61584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62042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63047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Rectangle 461"/>
          <p:cNvSpPr/>
          <p:nvPr/>
        </p:nvSpPr>
        <p:spPr>
          <a:xfrm>
            <a:off x="63505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64510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Rectangle 463"/>
          <p:cNvSpPr/>
          <p:nvPr/>
        </p:nvSpPr>
        <p:spPr>
          <a:xfrm>
            <a:off x="64968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65973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66431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67437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67894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68900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69357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70363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Rectangle 471"/>
          <p:cNvSpPr/>
          <p:nvPr/>
        </p:nvSpPr>
        <p:spPr>
          <a:xfrm>
            <a:off x="70820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71826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Rectangle 473"/>
          <p:cNvSpPr/>
          <p:nvPr/>
        </p:nvSpPr>
        <p:spPr>
          <a:xfrm>
            <a:off x="72283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73289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Rectangle 475"/>
          <p:cNvSpPr/>
          <p:nvPr/>
        </p:nvSpPr>
        <p:spPr>
          <a:xfrm>
            <a:off x="73746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74752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angle 477"/>
          <p:cNvSpPr/>
          <p:nvPr/>
        </p:nvSpPr>
        <p:spPr>
          <a:xfrm>
            <a:off x="75209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76215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Rectangle 479"/>
          <p:cNvSpPr/>
          <p:nvPr/>
        </p:nvSpPr>
        <p:spPr>
          <a:xfrm>
            <a:off x="76672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77678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Rectangle 481"/>
          <p:cNvSpPr/>
          <p:nvPr/>
        </p:nvSpPr>
        <p:spPr>
          <a:xfrm>
            <a:off x="78135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79141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Rectangle 483"/>
          <p:cNvSpPr/>
          <p:nvPr/>
        </p:nvSpPr>
        <p:spPr>
          <a:xfrm>
            <a:off x="79598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angle 484"/>
          <p:cNvSpPr/>
          <p:nvPr/>
        </p:nvSpPr>
        <p:spPr>
          <a:xfrm>
            <a:off x="80604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81061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82067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82524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83530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83987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84993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85450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86456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86913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87919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88376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89382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89839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90845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91302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92308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92765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93771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94228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95234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95691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96697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97155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98160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98618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99623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100081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101086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101544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102549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103007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104013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104470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105476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105933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106939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107396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108402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108859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109865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110322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111328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111785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112791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113248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114254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114711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115717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116174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117180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117637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118643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119100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120106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120563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Box 540"/>
          <p:cNvSpPr txBox="1"/>
          <p:nvPr/>
        </p:nvSpPr>
        <p:spPr>
          <a:xfrm>
            <a:off x="6204204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秋分</a:t>
            </a:r>
          </a:p>
        </p:txBody>
      </p:sp>
      <p:sp>
        <p:nvSpPr>
          <p:cNvPr id="542" name="TextBox 541"/>
          <p:cNvSpPr txBox="1"/>
          <p:nvPr/>
        </p:nvSpPr>
        <p:spPr>
          <a:xfrm>
            <a:off x="6204204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Autumn Equinox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6204204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Equal day and night again.</a:t>
            </a:r>
          </a:p>
        </p:txBody>
      </p:sp>
      <p:sp>
        <p:nvSpPr>
          <p:cNvPr id="544" name="Rectangle 543"/>
          <p:cNvSpPr/>
          <p:nvPr/>
        </p:nvSpPr>
        <p:spPr>
          <a:xfrm>
            <a:off x="6094476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60944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21523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2" name="Rectangle 451"/>
          <p:cNvSpPr/>
          <p:nvPr/>
        </p:nvSpPr>
        <p:spPr>
          <a:xfrm>
            <a:off x="6094476" y="6638544"/>
            <a:ext cx="6094476" cy="219456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6094476" y="3429000"/>
            <a:ext cx="6094476" cy="1303020"/>
          </a:xfrm>
          <a:prstGeom prst="rect">
            <a:avLst/>
          </a:prstGeom>
          <a:solidFill>
            <a:srgbClr val="AA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CC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0" y="6638544"/>
            <a:ext cx="6094476" cy="219456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0" y="3429000"/>
            <a:ext cx="6094476" cy="1303020"/>
          </a:xfrm>
          <a:prstGeom prst="rect">
            <a:avLst/>
          </a:prstGeom>
          <a:solidFill>
            <a:srgbClr val="AA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CC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6094476" y="3209544"/>
            <a:ext cx="6094476" cy="219456"/>
          </a:xfrm>
          <a:prstGeom prst="rect">
            <a:avLst/>
          </a:prstGeom>
          <a:solidFill>
            <a:srgbClr val="88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094476" y="0"/>
            <a:ext cx="6094476" cy="1303020"/>
          </a:xfrm>
          <a:prstGeom prst="rect">
            <a:avLst/>
          </a:prstGeom>
          <a:solidFill>
            <a:srgbClr val="BB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9544"/>
            <a:ext cx="6094476" cy="219456"/>
          </a:xfrm>
          <a:prstGeom prst="rect">
            <a:avLst/>
          </a:prstGeom>
          <a:solidFill>
            <a:srgbClr val="AA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03020"/>
          </a:xfrm>
          <a:prstGeom prst="rect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F5F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5783" y="411480"/>
            <a:ext cx="37307" cy="46634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5783" y="458114"/>
            <a:ext cx="130576" cy="2798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38476" y="383499"/>
            <a:ext cx="130576" cy="130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515" y="579363"/>
            <a:ext cx="130576" cy="2798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130" y="504748"/>
            <a:ext cx="130576" cy="130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398" y="691286"/>
            <a:ext cx="130576" cy="2798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091" y="616671"/>
            <a:ext cx="130576" cy="130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9821" y="803208"/>
            <a:ext cx="130576" cy="2798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4436" y="728593"/>
            <a:ext cx="130576" cy="130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725" y="685800"/>
            <a:ext cx="32186" cy="402336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725" y="726033"/>
            <a:ext cx="112654" cy="2414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62539" y="661660"/>
            <a:ext cx="112654" cy="1126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4259" y="830640"/>
            <a:ext cx="112654" cy="2414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8632" y="766267"/>
            <a:ext cx="112654" cy="1126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9099" y="927201"/>
            <a:ext cx="112654" cy="2414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6913" y="862828"/>
            <a:ext cx="112654" cy="1126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6445" y="1023762"/>
            <a:ext cx="112654" cy="2414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10818" y="959389"/>
            <a:ext cx="112654" cy="11265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17904" y="548640"/>
            <a:ext cx="27432" cy="342900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517904" y="582930"/>
            <a:ext cx="96012" cy="2057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90472" y="528066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49324" y="672084"/>
            <a:ext cx="96012" cy="2057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504188" y="617220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572768" y="754379"/>
            <a:ext cx="96012" cy="2057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545336" y="699515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76756" y="836676"/>
            <a:ext cx="96012" cy="20574"/>
          </a:xfrm>
          <a:prstGeom prst="rect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531620" y="781812"/>
            <a:ext cx="96012" cy="9601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68096" y="1294791"/>
            <a:ext cx="197510" cy="197510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1637" y="1261873"/>
            <a:ext cx="230428" cy="118506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7473" y="136062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91540" y="1360627"/>
            <a:ext cx="24688" cy="24688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50392" y="1442923"/>
            <a:ext cx="32918" cy="16459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84555" y="140177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6228" y="1401775"/>
            <a:ext cx="32918" cy="24688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68096" y="1508760"/>
            <a:ext cx="197510" cy="135788"/>
          </a:xfrm>
          <a:prstGeom prst="rect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35178" y="1607515"/>
            <a:ext cx="263346" cy="123444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5178" y="152521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7377" y="1525219"/>
            <a:ext cx="41148" cy="148132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4555" y="175564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75080" y="1755648"/>
            <a:ext cx="74066" cy="18105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68096" y="191841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58621" y="1918411"/>
            <a:ext cx="98755" cy="5760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840" y="2057400"/>
            <a:ext cx="292608" cy="201168"/>
          </a:xfrm>
          <a:prstGeom prst="ellipse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4128" y="1920240"/>
            <a:ext cx="256032" cy="1280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74320" y="754380"/>
            <a:ext cx="73152" cy="109728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92608" y="77266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02336" y="548640"/>
            <a:ext cx="73152" cy="109728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20624" y="56692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40080" y="960120"/>
            <a:ext cx="73152" cy="109728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58368" y="97840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77824" y="685800"/>
            <a:ext cx="73152" cy="109728"/>
          </a:xfrm>
          <a:prstGeom prst="ellipse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96112" y="704088"/>
            <a:ext cx="36576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6576" y="3209544"/>
            <a:ext cx="6021324" cy="201168"/>
          </a:xfrm>
          <a:prstGeom prst="rect">
            <a:avLst/>
          </a:prstGeom>
          <a:solidFill>
            <a:srgbClr val="AACC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0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97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103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60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566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23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029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492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949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7955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412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418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875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0881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338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344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2801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807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4264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5270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5727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6733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7190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196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8653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9659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0116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1122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1579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2585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3042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4048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4505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25511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5968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26974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27432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8437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8895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9900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0358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1363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1821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2826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284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4290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4747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5753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6210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7216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7673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8679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136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0142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0599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1605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2062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3068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3525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4531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4988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45994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6451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7457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47914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8920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9377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0383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0840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1846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2303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3309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766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772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5229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6235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6692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57698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8155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9161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9618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9728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寒露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09728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Cold Dew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9728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Dew turns cold.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0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605790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6272235" y="446958"/>
            <a:ext cx="86319" cy="43159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185916" y="274320"/>
            <a:ext cx="258958" cy="215798"/>
          </a:xfrm>
          <a:prstGeom prst="ellipse">
            <a:avLst/>
          </a:prstGeom>
          <a:solidFill>
            <a:srgbClr val="B07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207495" y="274320"/>
            <a:ext cx="86319" cy="107899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293815" y="209581"/>
            <a:ext cx="86319" cy="107899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358554" y="295899"/>
            <a:ext cx="86319" cy="107899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250655" y="360639"/>
            <a:ext cx="86319" cy="107899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222492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6259068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6368796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6405372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515100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51676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61404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697979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6807708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844284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954012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6990588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100316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136891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246620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283196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392924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429500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539228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575804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685532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722108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31836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7868412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978140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014716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124444" y="2743200"/>
            <a:ext cx="54864" cy="3657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161020" y="2880360"/>
            <a:ext cx="36576" cy="27432"/>
          </a:xfrm>
          <a:prstGeom prst="ellipse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6771132" y="2057400"/>
            <a:ext cx="566928" cy="54864"/>
          </a:xfrm>
          <a:prstGeom prst="rect">
            <a:avLst/>
          </a:prstGeom>
          <a:solidFill>
            <a:srgbClr val="BB99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6789420" y="2263140"/>
            <a:ext cx="54864" cy="164592"/>
          </a:xfrm>
          <a:prstGeom prst="rect">
            <a:avLst/>
          </a:prstGeom>
          <a:solidFill>
            <a:srgbClr val="AA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246620" y="2263140"/>
            <a:ext cx="54864" cy="164592"/>
          </a:xfrm>
          <a:prstGeom prst="rect">
            <a:avLst/>
          </a:prstGeom>
          <a:solidFill>
            <a:srgbClr val="AA8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6844284" y="1851660"/>
            <a:ext cx="109728" cy="128016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6972300" y="1851660"/>
            <a:ext cx="109728" cy="128016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100316" y="1851660"/>
            <a:ext cx="109728" cy="128016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228332" y="1851660"/>
            <a:ext cx="109728" cy="128016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6935724" y="1093806"/>
            <a:ext cx="193121" cy="193121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6919631" y="1061620"/>
            <a:ext cx="225307" cy="11587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6984004" y="1158179"/>
            <a:ext cx="24140" cy="2414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7056424" y="1158179"/>
            <a:ext cx="24140" cy="2414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7016191" y="1238646"/>
            <a:ext cx="32186" cy="16093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6951817" y="1198413"/>
            <a:ext cx="32186" cy="2414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7080564" y="1198413"/>
            <a:ext cx="32186" cy="2414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935724" y="1303020"/>
            <a:ext cx="193121" cy="241401"/>
          </a:xfrm>
          <a:prstGeom prst="rect">
            <a:avLst/>
          </a:prstGeom>
          <a:solidFill>
            <a:srgbClr val="88A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903538" y="1319113"/>
            <a:ext cx="40233" cy="14484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120799" y="1319113"/>
            <a:ext cx="40233" cy="14484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951817" y="1544421"/>
            <a:ext cx="72420" cy="17702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7040331" y="1544421"/>
            <a:ext cx="72420" cy="17702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6935724" y="1703160"/>
            <a:ext cx="96560" cy="5632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7024237" y="1703160"/>
            <a:ext cx="96560" cy="5632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131052" y="3209544"/>
            <a:ext cx="6021324" cy="201168"/>
          </a:xfrm>
          <a:prstGeom prst="rect">
            <a:avLst/>
          </a:prstGeom>
          <a:solidFill>
            <a:srgbClr val="88A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1584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2042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3047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3505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4510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968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973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6431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7437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894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900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9357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0363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820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826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2283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3289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746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74752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75209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6215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76672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7678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78135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79141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79598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0604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1061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82067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82524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83530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83987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84993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85450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86456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86913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87919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88376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9382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89839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0845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91302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92308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92765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93771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94228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95234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95691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96697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97155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98160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8618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99623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0081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1086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01544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02549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03007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04013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04470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05476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05933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06939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07396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08402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08859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09865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0322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11328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11785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112791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113248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114254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114711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115717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116174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17180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117637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118643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119100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120106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120563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6204204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霜降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6204204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Frost's Descent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204204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Frost comes. It gets cold.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6094476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0944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121523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91440" y="4146622"/>
            <a:ext cx="223845" cy="223845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2787" y="4109315"/>
            <a:ext cx="261152" cy="134307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47401" y="4221237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231343" y="4221237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184708" y="4314505"/>
            <a:ext cx="37307" cy="18653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10093" y="4267871"/>
            <a:ext cx="37307" cy="2798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259323" y="4267871"/>
            <a:ext cx="37307" cy="2798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91440" y="4389120"/>
            <a:ext cx="223845" cy="279806"/>
          </a:xfrm>
          <a:prstGeom prst="rect">
            <a:avLst/>
          </a:prstGeom>
          <a:solidFill>
            <a:srgbClr val="88A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54133" y="4407773"/>
            <a:ext cx="46634" cy="16788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305959" y="4407773"/>
            <a:ext cx="46634" cy="16788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110093" y="4668926"/>
            <a:ext cx="83941" cy="20519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212689" y="4668926"/>
            <a:ext cx="83941" cy="20519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1440" y="4855829"/>
            <a:ext cx="111922" cy="65288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194035" y="4855829"/>
            <a:ext cx="111922" cy="65288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402336" y="4404666"/>
            <a:ext cx="175564" cy="175564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387706" y="4375406"/>
            <a:ext cx="204824" cy="105338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446227" y="4463187"/>
            <a:ext cx="21945" cy="21945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512064" y="4463187"/>
            <a:ext cx="21945" cy="21945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475488" y="4536339"/>
            <a:ext cx="29260" cy="1463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416966" y="4499763"/>
            <a:ext cx="29260" cy="21945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534009" y="4499763"/>
            <a:ext cx="29260" cy="21945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402336" y="4594860"/>
            <a:ext cx="175564" cy="120700"/>
          </a:xfrm>
          <a:prstGeom prst="rect">
            <a:avLst/>
          </a:prstGeom>
          <a:solidFill>
            <a:srgbClr val="FF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73076" y="4682642"/>
            <a:ext cx="234085" cy="109728"/>
          </a:xfrm>
          <a:prstGeom prst="ellipse">
            <a:avLst/>
          </a:prstGeom>
          <a:solidFill>
            <a:srgbClr val="FF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373076" y="4609490"/>
            <a:ext cx="36576" cy="13167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570585" y="4609490"/>
            <a:ext cx="36576" cy="13167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416966" y="4814316"/>
            <a:ext cx="65836" cy="16093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497433" y="4814316"/>
            <a:ext cx="65836" cy="16093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402336" y="4956962"/>
            <a:ext cx="87782" cy="512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482803" y="4956962"/>
            <a:ext cx="87782" cy="512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640080" y="4146622"/>
            <a:ext cx="223845" cy="223845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621427" y="4109315"/>
            <a:ext cx="261152" cy="134307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696041" y="4221237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79983" y="4221237"/>
            <a:ext cx="27980" cy="279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733348" y="4314505"/>
            <a:ext cx="37307" cy="18653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658733" y="4267871"/>
            <a:ext cx="37307" cy="2798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807963" y="4267871"/>
            <a:ext cx="37307" cy="2798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640080" y="4389120"/>
            <a:ext cx="223845" cy="279806"/>
          </a:xfrm>
          <a:prstGeom prst="rect">
            <a:avLst/>
          </a:prstGeom>
          <a:solidFill>
            <a:srgbClr val="AA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602773" y="4407773"/>
            <a:ext cx="46634" cy="16788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854599" y="4407773"/>
            <a:ext cx="46634" cy="16788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658733" y="4668926"/>
            <a:ext cx="83941" cy="20519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761329" y="4668926"/>
            <a:ext cx="83941" cy="205191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640080" y="4855829"/>
            <a:ext cx="111922" cy="65288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742675" y="4855829"/>
            <a:ext cx="111922" cy="65288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54864" y="5692140"/>
            <a:ext cx="5984748" cy="73152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91440" y="5966460"/>
            <a:ext cx="73152" cy="128016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929884" y="5966460"/>
            <a:ext cx="73152" cy="128016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09728" y="5486400"/>
            <a:ext cx="201168" cy="146304"/>
          </a:xfrm>
          <a:prstGeom prst="ellipse">
            <a:avLst/>
          </a:prstGeom>
          <a:solidFill>
            <a:srgbClr val="F08C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128015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310896" y="5486400"/>
            <a:ext cx="201168" cy="146304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329184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512064" y="5486400"/>
            <a:ext cx="201168" cy="146304"/>
          </a:xfrm>
          <a:prstGeom prst="ellipse">
            <a:avLst/>
          </a:prstGeom>
          <a:solidFill>
            <a:srgbClr val="5A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530352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713232" y="5486400"/>
            <a:ext cx="201168" cy="14630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731520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914400" y="5486400"/>
            <a:ext cx="201168" cy="146304"/>
          </a:xfrm>
          <a:prstGeom prst="ellipse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932688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1115568" y="5486400"/>
            <a:ext cx="201168" cy="146304"/>
          </a:xfrm>
          <a:prstGeom prst="ellipse">
            <a:avLst/>
          </a:prstGeom>
          <a:solidFill>
            <a:srgbClr val="3AA8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1133856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316736" y="5486400"/>
            <a:ext cx="201168" cy="146304"/>
          </a:xfrm>
          <a:prstGeom prst="ellipse">
            <a:avLst/>
          </a:prstGeom>
          <a:solidFill>
            <a:srgbClr val="6A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335024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517904" y="5486400"/>
            <a:ext cx="201168" cy="146304"/>
          </a:xfrm>
          <a:prstGeom prst="ellipse">
            <a:avLst/>
          </a:prstGeom>
          <a:solidFill>
            <a:srgbClr val="C860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536192" y="5417819"/>
            <a:ext cx="16459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6576" y="6638544"/>
            <a:ext cx="6021324" cy="201168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640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1097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2103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2560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3566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023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5029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5486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6492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6949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7955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8412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9418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9875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10881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11338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12344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2801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3807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4264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5270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5727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16733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17190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8196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8653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9659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0116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21122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21579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22585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23042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24048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24505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25511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25968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26974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7432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8437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28895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29900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30358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31363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31821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32826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33284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34290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34747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35753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36210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37216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37673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38679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39136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40142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40599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41605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42062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43068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43525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44531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44988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45994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6451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47457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47914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8920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49377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50383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50840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51846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52303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53309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53766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54772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55229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56235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56692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57698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58155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59161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59618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TextBox 442"/>
          <p:cNvSpPr txBox="1"/>
          <p:nvPr/>
        </p:nvSpPr>
        <p:spPr>
          <a:xfrm>
            <a:off x="109728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立冬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09728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Start of Winter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09728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Winter comes.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0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605790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5650611" y="5314950"/>
            <a:ext cx="1496187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7146798" y="5314950"/>
            <a:ext cx="1496187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8642985" y="5314950"/>
            <a:ext cx="1496187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139172" y="5314950"/>
            <a:ext cx="1496187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6377026" y="4469770"/>
            <a:ext cx="93268" cy="27980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6190488" y="4339193"/>
            <a:ext cx="466344" cy="20519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6246450" y="4189964"/>
            <a:ext cx="354421" cy="186537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302411" y="4059388"/>
            <a:ext cx="242498" cy="167883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6826911" y="4287438"/>
            <a:ext cx="107899" cy="32369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6611112" y="4136379"/>
            <a:ext cx="539496" cy="23737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6675852" y="3963742"/>
            <a:ext cx="410016" cy="21579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6740592" y="3812683"/>
            <a:ext cx="280537" cy="19421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7387438" y="4523719"/>
            <a:ext cx="84124" cy="25237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Oval 465"/>
          <p:cNvSpPr/>
          <p:nvPr/>
        </p:nvSpPr>
        <p:spPr>
          <a:xfrm>
            <a:off x="7219188" y="4405944"/>
            <a:ext cx="420624" cy="185074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Oval 466"/>
          <p:cNvSpPr/>
          <p:nvPr/>
        </p:nvSpPr>
        <p:spPr>
          <a:xfrm>
            <a:off x="7269663" y="4271346"/>
            <a:ext cx="319674" cy="168249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7320138" y="4153571"/>
            <a:ext cx="218724" cy="151424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6332220" y="4286250"/>
            <a:ext cx="365760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6771132" y="4080510"/>
            <a:ext cx="365760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7338060" y="4354830"/>
            <a:ext cx="365760" cy="1097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9934472" y="352502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7766973" y="385125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511709" y="459765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1437889" y="362695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8640715" y="353290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7431548" y="431563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6288892" y="381113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996676" y="438079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7442270" y="445374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10945683" y="349456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924203" y="463294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8154920" y="373977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824719" y="403787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6682720" y="364305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Rectangle 485"/>
          <p:cNvSpPr/>
          <p:nvPr/>
        </p:nvSpPr>
        <p:spPr>
          <a:xfrm>
            <a:off x="6131052" y="6638544"/>
            <a:ext cx="6021324" cy="20116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Rectangle 486"/>
          <p:cNvSpPr/>
          <p:nvPr/>
        </p:nvSpPr>
        <p:spPr>
          <a:xfrm>
            <a:off x="61584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2042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63047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63505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Rectangle 490"/>
          <p:cNvSpPr/>
          <p:nvPr/>
        </p:nvSpPr>
        <p:spPr>
          <a:xfrm>
            <a:off x="64510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Rectangle 491"/>
          <p:cNvSpPr/>
          <p:nvPr/>
        </p:nvSpPr>
        <p:spPr>
          <a:xfrm>
            <a:off x="64968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Rectangle 492"/>
          <p:cNvSpPr/>
          <p:nvPr/>
        </p:nvSpPr>
        <p:spPr>
          <a:xfrm>
            <a:off x="65973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66431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Rectangle 494"/>
          <p:cNvSpPr/>
          <p:nvPr/>
        </p:nvSpPr>
        <p:spPr>
          <a:xfrm>
            <a:off x="67437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Rectangle 495"/>
          <p:cNvSpPr/>
          <p:nvPr/>
        </p:nvSpPr>
        <p:spPr>
          <a:xfrm>
            <a:off x="67894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Rectangle 496"/>
          <p:cNvSpPr/>
          <p:nvPr/>
        </p:nvSpPr>
        <p:spPr>
          <a:xfrm>
            <a:off x="68900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Rectangle 497"/>
          <p:cNvSpPr/>
          <p:nvPr/>
        </p:nvSpPr>
        <p:spPr>
          <a:xfrm>
            <a:off x="69357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Rectangle 498"/>
          <p:cNvSpPr/>
          <p:nvPr/>
        </p:nvSpPr>
        <p:spPr>
          <a:xfrm>
            <a:off x="70363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70820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Rectangle 500"/>
          <p:cNvSpPr/>
          <p:nvPr/>
        </p:nvSpPr>
        <p:spPr>
          <a:xfrm>
            <a:off x="71826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Rectangle 501"/>
          <p:cNvSpPr/>
          <p:nvPr/>
        </p:nvSpPr>
        <p:spPr>
          <a:xfrm>
            <a:off x="72283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73289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Rectangle 503"/>
          <p:cNvSpPr/>
          <p:nvPr/>
        </p:nvSpPr>
        <p:spPr>
          <a:xfrm>
            <a:off x="73746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74752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75209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76215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76672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Rectangle 508"/>
          <p:cNvSpPr/>
          <p:nvPr/>
        </p:nvSpPr>
        <p:spPr>
          <a:xfrm>
            <a:off x="77678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Rectangle 509"/>
          <p:cNvSpPr/>
          <p:nvPr/>
        </p:nvSpPr>
        <p:spPr>
          <a:xfrm>
            <a:off x="78135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Rectangle 510"/>
          <p:cNvSpPr/>
          <p:nvPr/>
        </p:nvSpPr>
        <p:spPr>
          <a:xfrm>
            <a:off x="79141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Rectangle 511"/>
          <p:cNvSpPr/>
          <p:nvPr/>
        </p:nvSpPr>
        <p:spPr>
          <a:xfrm>
            <a:off x="79598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angle 512"/>
          <p:cNvSpPr/>
          <p:nvPr/>
        </p:nvSpPr>
        <p:spPr>
          <a:xfrm>
            <a:off x="80604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Rectangle 513"/>
          <p:cNvSpPr/>
          <p:nvPr/>
        </p:nvSpPr>
        <p:spPr>
          <a:xfrm>
            <a:off x="81061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82067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angle 515"/>
          <p:cNvSpPr/>
          <p:nvPr/>
        </p:nvSpPr>
        <p:spPr>
          <a:xfrm>
            <a:off x="82524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Rectangle 516"/>
          <p:cNvSpPr/>
          <p:nvPr/>
        </p:nvSpPr>
        <p:spPr>
          <a:xfrm>
            <a:off x="83530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83987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84993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85450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86456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86913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Rectangle 522"/>
          <p:cNvSpPr/>
          <p:nvPr/>
        </p:nvSpPr>
        <p:spPr>
          <a:xfrm>
            <a:off x="87919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88376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Rectangle 524"/>
          <p:cNvSpPr/>
          <p:nvPr/>
        </p:nvSpPr>
        <p:spPr>
          <a:xfrm>
            <a:off x="89382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Rectangle 525"/>
          <p:cNvSpPr/>
          <p:nvPr/>
        </p:nvSpPr>
        <p:spPr>
          <a:xfrm>
            <a:off x="89839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Rectangle 526"/>
          <p:cNvSpPr/>
          <p:nvPr/>
        </p:nvSpPr>
        <p:spPr>
          <a:xfrm>
            <a:off x="90845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Rectangle 527"/>
          <p:cNvSpPr/>
          <p:nvPr/>
        </p:nvSpPr>
        <p:spPr>
          <a:xfrm>
            <a:off x="91302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92308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Rectangle 529"/>
          <p:cNvSpPr/>
          <p:nvPr/>
        </p:nvSpPr>
        <p:spPr>
          <a:xfrm>
            <a:off x="92765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Rectangle 530"/>
          <p:cNvSpPr/>
          <p:nvPr/>
        </p:nvSpPr>
        <p:spPr>
          <a:xfrm>
            <a:off x="93771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Rectangle 531"/>
          <p:cNvSpPr/>
          <p:nvPr/>
        </p:nvSpPr>
        <p:spPr>
          <a:xfrm>
            <a:off x="94228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Rectangle 532"/>
          <p:cNvSpPr/>
          <p:nvPr/>
        </p:nvSpPr>
        <p:spPr>
          <a:xfrm>
            <a:off x="95234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95691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Rectangle 534"/>
          <p:cNvSpPr/>
          <p:nvPr/>
        </p:nvSpPr>
        <p:spPr>
          <a:xfrm>
            <a:off x="96697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Rectangle 535"/>
          <p:cNvSpPr/>
          <p:nvPr/>
        </p:nvSpPr>
        <p:spPr>
          <a:xfrm>
            <a:off x="97155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Rectangle 536"/>
          <p:cNvSpPr/>
          <p:nvPr/>
        </p:nvSpPr>
        <p:spPr>
          <a:xfrm>
            <a:off x="98160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Rectangle 537"/>
          <p:cNvSpPr/>
          <p:nvPr/>
        </p:nvSpPr>
        <p:spPr>
          <a:xfrm>
            <a:off x="98618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99623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100081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101086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1544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102549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103007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104013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104470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105476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105933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106939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107396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108402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108859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109865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110322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111328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111785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112791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113248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114254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114711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115717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116174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117180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117637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118643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119100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120106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120563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TextBox 568"/>
          <p:cNvSpPr txBox="1"/>
          <p:nvPr/>
        </p:nvSpPr>
        <p:spPr>
          <a:xfrm>
            <a:off x="6204204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小雪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6204204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Minor Snow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6204204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Light snow falls.</a:t>
            </a:r>
          </a:p>
        </p:txBody>
      </p:sp>
      <p:sp>
        <p:nvSpPr>
          <p:cNvPr id="572" name="Rectangle 571"/>
          <p:cNvSpPr/>
          <p:nvPr/>
        </p:nvSpPr>
        <p:spPr>
          <a:xfrm>
            <a:off x="6094476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60944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121523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62" name="Rectangle 461"/>
          <p:cNvSpPr/>
          <p:nvPr/>
        </p:nvSpPr>
        <p:spPr>
          <a:xfrm>
            <a:off x="6094476" y="6638544"/>
            <a:ext cx="6094476" cy="219456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Rectangle 460"/>
          <p:cNvSpPr/>
          <p:nvPr/>
        </p:nvSpPr>
        <p:spPr>
          <a:xfrm>
            <a:off x="6094476" y="3429000"/>
            <a:ext cx="6094476" cy="1303020"/>
          </a:xfrm>
          <a:prstGeom prst="rect">
            <a:avLst/>
          </a:prstGeom>
          <a:solidFill>
            <a:srgbClr val="66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Rectangle 459"/>
          <p:cNvSpPr/>
          <p:nvPr/>
        </p:nvSpPr>
        <p:spPr>
          <a:xfrm>
            <a:off x="6094476" y="3429000"/>
            <a:ext cx="6094476" cy="3429000"/>
          </a:xfrm>
          <a:prstGeom prst="rect">
            <a:avLst/>
          </a:prstGeom>
          <a:solidFill>
            <a:srgbClr val="CC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0" y="6638544"/>
            <a:ext cx="6094476" cy="219456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0" y="3429000"/>
            <a:ext cx="6094476" cy="1303020"/>
          </a:xfrm>
          <a:prstGeom prst="rect">
            <a:avLst/>
          </a:prstGeom>
          <a:solidFill>
            <a:srgbClr val="88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0" y="3429000"/>
            <a:ext cx="6094476" cy="3429000"/>
          </a:xfrm>
          <a:prstGeom prst="rect">
            <a:avLst/>
          </a:prstGeom>
          <a:solidFill>
            <a:srgbClr val="CC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6094476" y="3209544"/>
            <a:ext cx="6094476" cy="219456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6094476" y="0"/>
            <a:ext cx="6094476" cy="1303020"/>
          </a:xfrm>
          <a:prstGeom prst="rect">
            <a:avLst/>
          </a:prstGeom>
          <a:solidFill>
            <a:srgbClr val="AAC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6094476" y="0"/>
            <a:ext cx="6094476" cy="3429000"/>
          </a:xfrm>
          <a:prstGeom prst="rect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09544"/>
            <a:ext cx="6094476" cy="219456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4476" cy="130302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6094476" cy="3429000"/>
          </a:xfrm>
          <a:prstGeom prst="rect">
            <a:avLst/>
          </a:prstGeom>
          <a:solidFill>
            <a:srgbClr val="CCDD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8016" y="1234440"/>
            <a:ext cx="387705" cy="271393"/>
          </a:xfrm>
          <a:prstGeom prst="rect">
            <a:avLst/>
          </a:prstGeom>
          <a:solidFill>
            <a:srgbClr val="AA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246" y="1079358"/>
            <a:ext cx="465246" cy="174467"/>
          </a:xfrm>
          <a:prstGeom prst="rect">
            <a:avLst/>
          </a:prstGeom>
          <a:solidFill>
            <a:srgbClr val="88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861" y="1040588"/>
            <a:ext cx="504017" cy="116311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6171" y="1292595"/>
            <a:ext cx="96926" cy="96926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639" y="1292595"/>
            <a:ext cx="96926" cy="96926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3712" y="1350751"/>
            <a:ext cx="116311" cy="155082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272845" y="1100571"/>
            <a:ext cx="87782" cy="26334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977676"/>
            <a:ext cx="438912" cy="19312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9950" y="837225"/>
            <a:ext cx="333573" cy="175564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202619" y="714330"/>
            <a:ext cx="228234" cy="158008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537107" y="1279977"/>
            <a:ext cx="71323" cy="213969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94460" y="1180124"/>
            <a:ext cx="356616" cy="15691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37254" y="1066008"/>
            <a:ext cx="271028" cy="142646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80048" y="966156"/>
            <a:ext cx="185440" cy="128381"/>
          </a:xfrm>
          <a:prstGeom prst="ellipse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225296" y="925830"/>
            <a:ext cx="347472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99616" y="1131570"/>
            <a:ext cx="347472" cy="914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9420" y="1371600"/>
            <a:ext cx="296265" cy="246888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2338" y="1157631"/>
            <a:ext cx="230428" cy="213969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8797" y="1009498"/>
            <a:ext cx="197510" cy="181051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72338" y="894284"/>
            <a:ext cx="230428" cy="32918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" y="795528"/>
            <a:ext cx="164592" cy="115214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2338" y="1124712"/>
            <a:ext cx="230428" cy="41148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62864" y="1190549"/>
            <a:ext cx="49377" cy="49377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864" y="1256386"/>
            <a:ext cx="49377" cy="49377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2864" y="1322223"/>
            <a:ext cx="49377" cy="49377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02766" y="1141172"/>
            <a:ext cx="32918" cy="312724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69848" y="1420977"/>
            <a:ext cx="98755" cy="164592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4864" y="2468880"/>
            <a:ext cx="5984748" cy="23774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845096" y="8916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664269" y="36101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25882" y="98302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57757" y="17410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543383" y="9573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326781" y="74800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77099" y="32758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907682" y="80230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337569" y="86310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862525" y="6377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840913" y="101243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054601" y="26811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746967" y="516537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73348" y="1875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090328" y="88293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848747" y="105576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57200" y="2400300"/>
            <a:ext cx="402336" cy="164592"/>
          </a:xfrm>
          <a:prstGeom prst="ellipse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" y="3209544"/>
            <a:ext cx="6021324" cy="20116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0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97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103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560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66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023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29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486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492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49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955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12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418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875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881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338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2344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801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3807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4264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5270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5727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6733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7190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196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8653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9659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0116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1122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21579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22585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3042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4048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4505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5511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968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6974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7432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8437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28895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29900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0358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1363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821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2826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3284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4290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747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753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6210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7216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7673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8679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9136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0142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0599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1605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2062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3068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3525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44531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4988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5994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6451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47457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47914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8920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9377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50383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0840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1846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52303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53309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3766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54772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55229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56235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56692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7698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8155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9161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9618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09728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大雪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9728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Major Snow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09728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Heavy snow covers the ground.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0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0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057900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7338060" y="201168"/>
            <a:ext cx="384048" cy="365760"/>
          </a:xfrm>
          <a:prstGeom prst="rect">
            <a:avLst/>
          </a:prstGeom>
          <a:solidFill>
            <a:srgbClr val="88BB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7338060" y="201168"/>
            <a:ext cx="64008" cy="365760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7658100" y="201168"/>
            <a:ext cx="64008" cy="365760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7338060" y="512064"/>
            <a:ext cx="384048" cy="36576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6569964" y="2125980"/>
            <a:ext cx="822960" cy="64008"/>
          </a:xfrm>
          <a:prstGeom prst="rect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6606540" y="2366010"/>
            <a:ext cx="64008" cy="16459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283196" y="2366010"/>
            <a:ext cx="64008" cy="164592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643116" y="1920240"/>
            <a:ext cx="128016" cy="91440"/>
          </a:xfrm>
          <a:prstGeom prst="ellipse">
            <a:avLst/>
          </a:prstGeom>
          <a:solidFill>
            <a:srgbClr val="FF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679692" y="18836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789420" y="1920240"/>
            <a:ext cx="128016" cy="91440"/>
          </a:xfrm>
          <a:prstGeom prst="ellipse">
            <a:avLst/>
          </a:prstGeom>
          <a:solidFill>
            <a:srgbClr val="FF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25996" y="18836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935723" y="1920240"/>
            <a:ext cx="128016" cy="91440"/>
          </a:xfrm>
          <a:prstGeom prst="ellipse">
            <a:avLst/>
          </a:prstGeom>
          <a:solidFill>
            <a:srgbClr val="FF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972299" y="18836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7082028" y="1920240"/>
            <a:ext cx="128016" cy="91440"/>
          </a:xfrm>
          <a:prstGeom prst="ellipse">
            <a:avLst/>
          </a:prstGeom>
          <a:solidFill>
            <a:srgbClr val="FF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118604" y="18836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228332" y="1920240"/>
            <a:ext cx="128016" cy="91440"/>
          </a:xfrm>
          <a:prstGeom prst="ellipse">
            <a:avLst/>
          </a:prstGeom>
          <a:solidFill>
            <a:srgbClr val="FF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264908" y="1883664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6606540" y="1230966"/>
            <a:ext cx="193121" cy="193121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6590447" y="1198780"/>
            <a:ext cx="225307" cy="11587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6654820" y="1295339"/>
            <a:ext cx="24140" cy="2414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6727240" y="1295339"/>
            <a:ext cx="24140" cy="2414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6687007" y="1375806"/>
            <a:ext cx="32186" cy="16093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6622633" y="1335573"/>
            <a:ext cx="32186" cy="2414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6751380" y="1335573"/>
            <a:ext cx="32186" cy="24140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606540" y="1440180"/>
            <a:ext cx="193121" cy="132770"/>
          </a:xfrm>
          <a:prstGeom prst="rect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6574354" y="1536740"/>
            <a:ext cx="257494" cy="120700"/>
          </a:xfrm>
          <a:prstGeom prst="ellipse">
            <a:avLst/>
          </a:prstGeom>
          <a:solidFill>
            <a:srgbClr val="FF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6574354" y="1456273"/>
            <a:ext cx="40233" cy="14484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6791615" y="1456273"/>
            <a:ext cx="40233" cy="144840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6622633" y="1681581"/>
            <a:ext cx="72420" cy="17702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6711147" y="1681581"/>
            <a:ext cx="72420" cy="177027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6606540" y="1840320"/>
            <a:ext cx="96560" cy="5632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6695053" y="1840320"/>
            <a:ext cx="96560" cy="5632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392924" y="1084297"/>
            <a:ext cx="201899" cy="201899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376100" y="1050648"/>
            <a:ext cx="235548" cy="121139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443398" y="1151596"/>
            <a:ext cx="25237" cy="2523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519111" y="1151596"/>
            <a:ext cx="25237" cy="2523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477048" y="1235721"/>
            <a:ext cx="33649" cy="1682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7409748" y="1193659"/>
            <a:ext cx="33649" cy="2523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7544348" y="1193659"/>
            <a:ext cx="33649" cy="2523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7392924" y="1303020"/>
            <a:ext cx="201899" cy="138805"/>
          </a:xfrm>
          <a:prstGeom prst="rect">
            <a:avLst/>
          </a:prstGeom>
          <a:solidFill>
            <a:srgbClr val="FFB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7359275" y="1403969"/>
            <a:ext cx="269198" cy="126187"/>
          </a:xfrm>
          <a:prstGeom prst="ellipse">
            <a:avLst/>
          </a:prstGeom>
          <a:solidFill>
            <a:srgbClr val="FFBB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7359275" y="1319844"/>
            <a:ext cx="42062" cy="151424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7586411" y="1319844"/>
            <a:ext cx="42062" cy="151424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7409748" y="1555394"/>
            <a:ext cx="75712" cy="18507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7502286" y="1555394"/>
            <a:ext cx="75712" cy="18507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7392924" y="1722180"/>
            <a:ext cx="100949" cy="5888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7485461" y="1722180"/>
            <a:ext cx="100949" cy="5888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7594092" y="1783080"/>
            <a:ext cx="146304" cy="91440"/>
          </a:xfrm>
          <a:prstGeom prst="ellipse">
            <a:avLst/>
          </a:prstGeom>
          <a:solidFill>
            <a:srgbClr val="FFFF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167628" y="182880"/>
            <a:ext cx="731520" cy="182880"/>
          </a:xfrm>
          <a:prstGeom prst="rect">
            <a:avLst/>
          </a:prstGeom>
          <a:solidFill>
            <a:srgbClr val="2222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6185916" y="201168"/>
            <a:ext cx="69494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Georgia"/>
              </a:rPr>
              <a:t>Longest night of the year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131052" y="3209544"/>
            <a:ext cx="6021324" cy="201168"/>
          </a:xfrm>
          <a:prstGeom prst="rect">
            <a:avLst/>
          </a:prstGeom>
          <a:solidFill>
            <a:srgbClr val="F9E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61584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62042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63047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63505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4510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4968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65973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66431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67437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67894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68900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69357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70363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70820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1826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2283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3289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3746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74752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75209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76215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76672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77678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78135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9141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9598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80604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81061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2067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524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3530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3987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49934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854506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864565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869137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879195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883767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893826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898398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908456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913028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923086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927658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937717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942289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952347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956919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966978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971550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981608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986180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996238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1000810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1010869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1015441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1025499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1030071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1040130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1044702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1054760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1059332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1069390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1073962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84021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088593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098651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103223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113282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1117854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1127912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1132484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11425428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11471148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11571732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11617452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11718036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11763756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11864340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11910060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12010644" y="3127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12056364" y="3090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6204204" y="256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冬至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6204204" y="731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Winter Solstice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6204204" y="914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Longest night of the year.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6094476" y="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6094476" y="3392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60944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12152376" y="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877824" y="4457700"/>
            <a:ext cx="73152" cy="402336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658368" y="4389120"/>
            <a:ext cx="292608" cy="5486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969264" y="4046220"/>
            <a:ext cx="256032" cy="5486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512064" y="4114800"/>
            <a:ext cx="219456" cy="4572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987552" y="4800600"/>
            <a:ext cx="201168" cy="45720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539496" y="4078224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495267" y="413909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423705" y="4115846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423705" y="4040602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495267" y="401734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484632" y="408736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7512" y="3872484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23283" y="393335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551721" y="3910106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51721" y="3834862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623283" y="381160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612648" y="388162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795528" y="4146804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Oval 303"/>
          <p:cNvSpPr/>
          <p:nvPr/>
        </p:nvSpPr>
        <p:spPr>
          <a:xfrm>
            <a:off x="751299" y="420767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Oval 304"/>
          <p:cNvSpPr/>
          <p:nvPr/>
        </p:nvSpPr>
        <p:spPr>
          <a:xfrm>
            <a:off x="679737" y="4184426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Oval 305"/>
          <p:cNvSpPr/>
          <p:nvPr/>
        </p:nvSpPr>
        <p:spPr>
          <a:xfrm>
            <a:off x="679737" y="4109182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51299" y="408592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0664" y="415594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960120" y="3803904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915891" y="386477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44329" y="3841526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844329" y="3766282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915891" y="374302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905256" y="381304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1088136" y="4009644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043907" y="407051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972345" y="4047266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972345" y="3972022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1043907" y="394876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033272" y="401878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1197864" y="3872484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1153635" y="393335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1082073" y="3910106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1082073" y="3834862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1153635" y="381160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1143000" y="388162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594360" y="4421124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550131" y="448199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478569" y="4458746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478569" y="4383502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550131" y="4360249"/>
            <a:ext cx="73152" cy="73152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539496" y="443026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905256" y="4489704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861027" y="455057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789465" y="4527326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89465" y="4452082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61027" y="442882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850392" y="449884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1143000" y="4352544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1098771" y="441341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1027209" y="4390166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1027209" y="4314922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1098771" y="4291669"/>
            <a:ext cx="73152" cy="73152"/>
          </a:xfrm>
          <a:prstGeom prst="ellipse">
            <a:avLst/>
          </a:prstGeom>
          <a:solidFill>
            <a:srgbClr val="E8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1088136" y="4361688"/>
            <a:ext cx="54864" cy="54864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3845096" y="352674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1664269" y="386655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4425882" y="464406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Oval 347"/>
          <p:cNvSpPr/>
          <p:nvPr/>
        </p:nvSpPr>
        <p:spPr>
          <a:xfrm>
            <a:off x="5357757" y="363292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Oval 348"/>
          <p:cNvSpPr/>
          <p:nvPr/>
        </p:nvSpPr>
        <p:spPr>
          <a:xfrm>
            <a:off x="2543383" y="353495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Oval 349"/>
          <p:cNvSpPr/>
          <p:nvPr/>
        </p:nvSpPr>
        <p:spPr>
          <a:xfrm>
            <a:off x="1326781" y="435029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Oval 350"/>
          <p:cNvSpPr/>
          <p:nvPr/>
        </p:nvSpPr>
        <p:spPr>
          <a:xfrm>
            <a:off x="177099" y="382477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Oval 351"/>
          <p:cNvSpPr/>
          <p:nvPr/>
        </p:nvSpPr>
        <p:spPr>
          <a:xfrm>
            <a:off x="3907682" y="441816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337569" y="4494160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Oval 353"/>
          <p:cNvSpPr/>
          <p:nvPr/>
        </p:nvSpPr>
        <p:spPr>
          <a:xfrm>
            <a:off x="4862525" y="3495006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Oval 354"/>
          <p:cNvSpPr/>
          <p:nvPr/>
        </p:nvSpPr>
        <p:spPr>
          <a:xfrm>
            <a:off x="201168" y="4993357"/>
            <a:ext cx="201899" cy="201899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184344" y="4959708"/>
            <a:ext cx="235548" cy="121139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251642" y="5060656"/>
            <a:ext cx="25237" cy="2523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327355" y="5060656"/>
            <a:ext cx="25237" cy="2523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285292" y="5144781"/>
            <a:ext cx="33649" cy="1682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17992" y="5102719"/>
            <a:ext cx="33649" cy="2523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352592" y="5102719"/>
            <a:ext cx="33649" cy="2523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201168" y="5212080"/>
            <a:ext cx="201899" cy="252374"/>
          </a:xfrm>
          <a:prstGeom prst="rect">
            <a:avLst/>
          </a:prstGeom>
          <a:solidFill>
            <a:srgbClr val="8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167519" y="5228904"/>
            <a:ext cx="42062" cy="151424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394655" y="5228904"/>
            <a:ext cx="42062" cy="151424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217992" y="5464454"/>
            <a:ext cx="75712" cy="18507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310530" y="5464454"/>
            <a:ext cx="75712" cy="185074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201168" y="5631240"/>
            <a:ext cx="100949" cy="5888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293705" y="5631240"/>
            <a:ext cx="100949" cy="58887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402336" y="5006340"/>
            <a:ext cx="128016" cy="91440"/>
          </a:xfrm>
          <a:prstGeom prst="ellipse">
            <a:avLst/>
          </a:prstGeom>
          <a:solidFill>
            <a:srgbClr val="DD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36576" y="6638544"/>
            <a:ext cx="6021324" cy="20116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640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1097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2103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2560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3566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4023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5029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5486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6492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6949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7955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8412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9418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9875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10881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11338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12344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12801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13807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14264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15270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15727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16733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17190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18196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18653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19659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20116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21122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21579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22585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23042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24048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24505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25511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25968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26974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27432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28437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28895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29900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30358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31363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31821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32826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33284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34290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34747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5753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6210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7216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7673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38679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39136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40142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Rectangle 425"/>
          <p:cNvSpPr/>
          <p:nvPr/>
        </p:nvSpPr>
        <p:spPr>
          <a:xfrm>
            <a:off x="40599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Rectangle 426"/>
          <p:cNvSpPr/>
          <p:nvPr/>
        </p:nvSpPr>
        <p:spPr>
          <a:xfrm>
            <a:off x="41605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Rectangle 427"/>
          <p:cNvSpPr/>
          <p:nvPr/>
        </p:nvSpPr>
        <p:spPr>
          <a:xfrm>
            <a:off x="42062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Rectangle 428"/>
          <p:cNvSpPr/>
          <p:nvPr/>
        </p:nvSpPr>
        <p:spPr>
          <a:xfrm>
            <a:off x="43068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Rectangle 429"/>
          <p:cNvSpPr/>
          <p:nvPr/>
        </p:nvSpPr>
        <p:spPr>
          <a:xfrm>
            <a:off x="43525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Rectangle 430"/>
          <p:cNvSpPr/>
          <p:nvPr/>
        </p:nvSpPr>
        <p:spPr>
          <a:xfrm>
            <a:off x="44531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Rectangle 431"/>
          <p:cNvSpPr/>
          <p:nvPr/>
        </p:nvSpPr>
        <p:spPr>
          <a:xfrm>
            <a:off x="44988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Rectangle 432"/>
          <p:cNvSpPr/>
          <p:nvPr/>
        </p:nvSpPr>
        <p:spPr>
          <a:xfrm>
            <a:off x="45994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Rectangle 433"/>
          <p:cNvSpPr/>
          <p:nvPr/>
        </p:nvSpPr>
        <p:spPr>
          <a:xfrm>
            <a:off x="46451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Rectangle 434"/>
          <p:cNvSpPr/>
          <p:nvPr/>
        </p:nvSpPr>
        <p:spPr>
          <a:xfrm>
            <a:off x="47457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Rectangle 435"/>
          <p:cNvSpPr/>
          <p:nvPr/>
        </p:nvSpPr>
        <p:spPr>
          <a:xfrm>
            <a:off x="47914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Rectangle 436"/>
          <p:cNvSpPr/>
          <p:nvPr/>
        </p:nvSpPr>
        <p:spPr>
          <a:xfrm>
            <a:off x="48920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Rectangle 437"/>
          <p:cNvSpPr/>
          <p:nvPr/>
        </p:nvSpPr>
        <p:spPr>
          <a:xfrm>
            <a:off x="49377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Rectangle 438"/>
          <p:cNvSpPr/>
          <p:nvPr/>
        </p:nvSpPr>
        <p:spPr>
          <a:xfrm>
            <a:off x="50383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Rectangle 439"/>
          <p:cNvSpPr/>
          <p:nvPr/>
        </p:nvSpPr>
        <p:spPr>
          <a:xfrm>
            <a:off x="50840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Rectangle 440"/>
          <p:cNvSpPr/>
          <p:nvPr/>
        </p:nvSpPr>
        <p:spPr>
          <a:xfrm>
            <a:off x="51846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Rectangle 441"/>
          <p:cNvSpPr/>
          <p:nvPr/>
        </p:nvSpPr>
        <p:spPr>
          <a:xfrm>
            <a:off x="52303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Rectangle 442"/>
          <p:cNvSpPr/>
          <p:nvPr/>
        </p:nvSpPr>
        <p:spPr>
          <a:xfrm>
            <a:off x="53309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Rectangle 443"/>
          <p:cNvSpPr/>
          <p:nvPr/>
        </p:nvSpPr>
        <p:spPr>
          <a:xfrm>
            <a:off x="53766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Rectangle 444"/>
          <p:cNvSpPr/>
          <p:nvPr/>
        </p:nvSpPr>
        <p:spPr>
          <a:xfrm>
            <a:off x="54772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Rectangle 445"/>
          <p:cNvSpPr/>
          <p:nvPr/>
        </p:nvSpPr>
        <p:spPr>
          <a:xfrm>
            <a:off x="55229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Rectangle 446"/>
          <p:cNvSpPr/>
          <p:nvPr/>
        </p:nvSpPr>
        <p:spPr>
          <a:xfrm>
            <a:off x="56235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Rectangle 447"/>
          <p:cNvSpPr/>
          <p:nvPr/>
        </p:nvSpPr>
        <p:spPr>
          <a:xfrm>
            <a:off x="56692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Rectangle 448"/>
          <p:cNvSpPr/>
          <p:nvPr/>
        </p:nvSpPr>
        <p:spPr>
          <a:xfrm>
            <a:off x="57698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angle 449"/>
          <p:cNvSpPr/>
          <p:nvPr/>
        </p:nvSpPr>
        <p:spPr>
          <a:xfrm>
            <a:off x="58155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angle 450"/>
          <p:cNvSpPr/>
          <p:nvPr/>
        </p:nvSpPr>
        <p:spPr>
          <a:xfrm>
            <a:off x="59161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Rectangle 451"/>
          <p:cNvSpPr/>
          <p:nvPr/>
        </p:nvSpPr>
        <p:spPr>
          <a:xfrm>
            <a:off x="59618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109728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A1A2E"/>
                </a:solidFill>
                <a:latin typeface="Microsoft YaHei"/>
              </a:rPr>
              <a:t>小寒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9728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3010"/>
                </a:solidFill>
                <a:latin typeface="Georgia"/>
              </a:rPr>
              <a:t>Minor Cold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09728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4A3010"/>
                </a:solidFill>
                <a:latin typeface="Georgia"/>
              </a:rPr>
              <a:t>The cold deepens. Plum blooms.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0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Rectangle 456"/>
          <p:cNvSpPr/>
          <p:nvPr/>
        </p:nvSpPr>
        <p:spPr>
          <a:xfrm>
            <a:off x="0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Rectangle 457"/>
          <p:cNvSpPr/>
          <p:nvPr/>
        </p:nvSpPr>
        <p:spPr>
          <a:xfrm>
            <a:off x="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Rectangle 458"/>
          <p:cNvSpPr/>
          <p:nvPr/>
        </p:nvSpPr>
        <p:spPr>
          <a:xfrm>
            <a:off x="6057900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Oval 462"/>
          <p:cNvSpPr/>
          <p:nvPr/>
        </p:nvSpPr>
        <p:spPr>
          <a:xfrm>
            <a:off x="5911596" y="3246120"/>
            <a:ext cx="6460236" cy="2057400"/>
          </a:xfrm>
          <a:prstGeom prst="ellipse">
            <a:avLst/>
          </a:prstGeom>
          <a:solidFill>
            <a:srgbClr val="44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Oval 463"/>
          <p:cNvSpPr/>
          <p:nvPr/>
        </p:nvSpPr>
        <p:spPr>
          <a:xfrm>
            <a:off x="6167628" y="5212080"/>
            <a:ext cx="5948172" cy="822960"/>
          </a:xfrm>
          <a:prstGeom prst="ellipse">
            <a:avLst/>
          </a:prstGeom>
          <a:solidFill>
            <a:srgbClr val="CCDD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Rectangle 464"/>
          <p:cNvSpPr/>
          <p:nvPr/>
        </p:nvSpPr>
        <p:spPr>
          <a:xfrm>
            <a:off x="6259068" y="5212080"/>
            <a:ext cx="18288" cy="82296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Rectangle 465"/>
          <p:cNvSpPr/>
          <p:nvPr/>
        </p:nvSpPr>
        <p:spPr>
          <a:xfrm>
            <a:off x="6624828" y="5212080"/>
            <a:ext cx="18288" cy="82296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6990588" y="5212080"/>
            <a:ext cx="18288" cy="82296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Rectangle 467"/>
          <p:cNvSpPr/>
          <p:nvPr/>
        </p:nvSpPr>
        <p:spPr>
          <a:xfrm>
            <a:off x="7356348" y="5212080"/>
            <a:ext cx="18288" cy="82296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Rectangle 468"/>
          <p:cNvSpPr/>
          <p:nvPr/>
        </p:nvSpPr>
        <p:spPr>
          <a:xfrm>
            <a:off x="7722108" y="5212080"/>
            <a:ext cx="18288" cy="822960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Rectangle 469"/>
          <p:cNvSpPr/>
          <p:nvPr/>
        </p:nvSpPr>
        <p:spPr>
          <a:xfrm>
            <a:off x="6167628" y="5486400"/>
            <a:ext cx="5948172" cy="18288"/>
          </a:xfrm>
          <a:prstGeom prst="rect">
            <a:avLst/>
          </a:prstGeom>
          <a:solidFill>
            <a:srgbClr val="AABB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Rectangle 470"/>
          <p:cNvSpPr/>
          <p:nvPr/>
        </p:nvSpPr>
        <p:spPr>
          <a:xfrm>
            <a:off x="6368796" y="3483864"/>
            <a:ext cx="45720" cy="109728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6359652" y="3575304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Rectangle 472"/>
          <p:cNvSpPr/>
          <p:nvPr/>
        </p:nvSpPr>
        <p:spPr>
          <a:xfrm>
            <a:off x="6624828" y="3483864"/>
            <a:ext cx="45720" cy="146304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6615684" y="3611880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Rectangle 474"/>
          <p:cNvSpPr/>
          <p:nvPr/>
        </p:nvSpPr>
        <p:spPr>
          <a:xfrm>
            <a:off x="6880860" y="3483864"/>
            <a:ext cx="45720" cy="182880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6871716" y="3648456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Rectangle 476"/>
          <p:cNvSpPr/>
          <p:nvPr/>
        </p:nvSpPr>
        <p:spPr>
          <a:xfrm>
            <a:off x="7136892" y="3483864"/>
            <a:ext cx="45720" cy="109728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7127748" y="3575304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Rectangle 478"/>
          <p:cNvSpPr/>
          <p:nvPr/>
        </p:nvSpPr>
        <p:spPr>
          <a:xfrm>
            <a:off x="7392924" y="3483864"/>
            <a:ext cx="45720" cy="146304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7383780" y="3611880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angle 480"/>
          <p:cNvSpPr/>
          <p:nvPr/>
        </p:nvSpPr>
        <p:spPr>
          <a:xfrm>
            <a:off x="7648956" y="3483864"/>
            <a:ext cx="45720" cy="182880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7639812" y="3648456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Rectangle 482"/>
          <p:cNvSpPr/>
          <p:nvPr/>
        </p:nvSpPr>
        <p:spPr>
          <a:xfrm>
            <a:off x="7904988" y="3483864"/>
            <a:ext cx="45720" cy="109728"/>
          </a:xfrm>
          <a:prstGeom prst="rect">
            <a:avLst/>
          </a:prstGeom>
          <a:solidFill>
            <a:srgbClr val="AAC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7895844" y="3575304"/>
            <a:ext cx="64008" cy="45720"/>
          </a:xfrm>
          <a:prstGeom prst="ellipse">
            <a:avLst/>
          </a:prstGeom>
          <a:solidFill>
            <a:srgbClr val="CC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6177504" y="4594860"/>
            <a:ext cx="309432" cy="257860"/>
          </a:xfrm>
          <a:prstGeom prst="ellipse">
            <a:avLst/>
          </a:prstGeom>
          <a:solidFill>
            <a:srgbClr val="EEE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6211885" y="4371381"/>
            <a:ext cx="240670" cy="223479"/>
          </a:xfrm>
          <a:prstGeom prst="ellipse">
            <a:avLst/>
          </a:prstGeom>
          <a:solidFill>
            <a:srgbClr val="F0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6229076" y="4216665"/>
            <a:ext cx="206288" cy="189097"/>
          </a:xfrm>
          <a:prstGeom prst="ellipse">
            <a:avLst/>
          </a:prstGeom>
          <a:solidFill>
            <a:srgbClr val="F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Rectangle 487"/>
          <p:cNvSpPr/>
          <p:nvPr/>
        </p:nvSpPr>
        <p:spPr>
          <a:xfrm>
            <a:off x="6211885" y="4096330"/>
            <a:ext cx="240670" cy="34381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Rectangle 488"/>
          <p:cNvSpPr/>
          <p:nvPr/>
        </p:nvSpPr>
        <p:spPr>
          <a:xfrm>
            <a:off x="6246267" y="3993185"/>
            <a:ext cx="171907" cy="120335"/>
          </a:xfrm>
          <a:prstGeom prst="rect">
            <a:avLst/>
          </a:prstGeom>
          <a:solidFill>
            <a:srgbClr val="2A5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Rectangle 489"/>
          <p:cNvSpPr/>
          <p:nvPr/>
        </p:nvSpPr>
        <p:spPr>
          <a:xfrm>
            <a:off x="6211885" y="4337000"/>
            <a:ext cx="240670" cy="42976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6306434" y="4405763"/>
            <a:ext cx="51572" cy="51572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6306434" y="4474525"/>
            <a:ext cx="51572" cy="51572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6306434" y="4543288"/>
            <a:ext cx="51572" cy="51572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Rectangle 493"/>
          <p:cNvSpPr/>
          <p:nvPr/>
        </p:nvSpPr>
        <p:spPr>
          <a:xfrm>
            <a:off x="6452555" y="4354190"/>
            <a:ext cx="34381" cy="326623"/>
          </a:xfrm>
          <a:prstGeom prst="rect">
            <a:avLst/>
          </a:prstGeom>
          <a:solidFill>
            <a:srgbClr val="8B45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6418173" y="4646432"/>
            <a:ext cx="103144" cy="171907"/>
          </a:xfrm>
          <a:prstGeom prst="ellipse">
            <a:avLst/>
          </a:prstGeom>
          <a:solidFill>
            <a:srgbClr val="F5D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7082028" y="5009999"/>
            <a:ext cx="186537" cy="186537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7066484" y="4978910"/>
            <a:ext cx="217626" cy="11192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7128662" y="5072178"/>
            <a:ext cx="23317" cy="2331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7198614" y="5072178"/>
            <a:ext cx="23317" cy="2331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Rectangle 499"/>
          <p:cNvSpPr/>
          <p:nvPr/>
        </p:nvSpPr>
        <p:spPr>
          <a:xfrm>
            <a:off x="7159752" y="5149902"/>
            <a:ext cx="31089" cy="1554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7097572" y="5111040"/>
            <a:ext cx="31089" cy="233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7221931" y="5111040"/>
            <a:ext cx="31089" cy="233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Rectangle 502"/>
          <p:cNvSpPr/>
          <p:nvPr/>
        </p:nvSpPr>
        <p:spPr>
          <a:xfrm>
            <a:off x="7082028" y="5212080"/>
            <a:ext cx="186537" cy="128244"/>
          </a:xfrm>
          <a:prstGeom prst="rect">
            <a:avLst/>
          </a:prstGeom>
          <a:solidFill>
            <a:srgbClr val="FF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7050939" y="5305348"/>
            <a:ext cx="248716" cy="116586"/>
          </a:xfrm>
          <a:prstGeom prst="ellipse">
            <a:avLst/>
          </a:prstGeom>
          <a:solidFill>
            <a:srgbClr val="FFA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Rectangle 504"/>
          <p:cNvSpPr/>
          <p:nvPr/>
        </p:nvSpPr>
        <p:spPr>
          <a:xfrm>
            <a:off x="7050939" y="5227624"/>
            <a:ext cx="38862" cy="13990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Rectangle 505"/>
          <p:cNvSpPr/>
          <p:nvPr/>
        </p:nvSpPr>
        <p:spPr>
          <a:xfrm>
            <a:off x="7260793" y="5227624"/>
            <a:ext cx="38862" cy="13990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Rectangle 506"/>
          <p:cNvSpPr/>
          <p:nvPr/>
        </p:nvSpPr>
        <p:spPr>
          <a:xfrm>
            <a:off x="7097572" y="5445252"/>
            <a:ext cx="69951" cy="1709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Rectangle 507"/>
          <p:cNvSpPr/>
          <p:nvPr/>
        </p:nvSpPr>
        <p:spPr>
          <a:xfrm>
            <a:off x="7183069" y="5445252"/>
            <a:ext cx="69951" cy="1709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7082028" y="5597956"/>
            <a:ext cx="93268" cy="544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7167524" y="5597956"/>
            <a:ext cx="93268" cy="544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7356348" y="5009999"/>
            <a:ext cx="186537" cy="186537"/>
          </a:xfrm>
          <a:prstGeom prst="ellipse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7340804" y="4978910"/>
            <a:ext cx="217626" cy="111922"/>
          </a:xfrm>
          <a:prstGeom prst="ellipse">
            <a:avLst/>
          </a:prstGeom>
          <a:solidFill>
            <a:srgbClr val="221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7402982" y="5072178"/>
            <a:ext cx="23317" cy="2331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7472934" y="5072178"/>
            <a:ext cx="23317" cy="23317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Rectangle 514"/>
          <p:cNvSpPr/>
          <p:nvPr/>
        </p:nvSpPr>
        <p:spPr>
          <a:xfrm>
            <a:off x="7434072" y="5149902"/>
            <a:ext cx="31089" cy="15544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7371892" y="5111040"/>
            <a:ext cx="31089" cy="233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7496251" y="5111040"/>
            <a:ext cx="31089" cy="23317"/>
          </a:xfrm>
          <a:prstGeom prst="ellipse">
            <a:avLst/>
          </a:prstGeom>
          <a:solidFill>
            <a:srgbClr val="F4A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356348" y="5212080"/>
            <a:ext cx="186537" cy="233172"/>
          </a:xfrm>
          <a:prstGeom prst="rect">
            <a:avLst/>
          </a:prstGeom>
          <a:solidFill>
            <a:srgbClr val="88B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325259" y="5227624"/>
            <a:ext cx="38862" cy="13990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angle 519"/>
          <p:cNvSpPr/>
          <p:nvPr/>
        </p:nvSpPr>
        <p:spPr>
          <a:xfrm>
            <a:off x="7535113" y="5227624"/>
            <a:ext cx="38862" cy="139903"/>
          </a:xfrm>
          <a:prstGeom prst="rect">
            <a:avLst/>
          </a:prstGeom>
          <a:solidFill>
            <a:srgbClr val="FFCC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Rectangle 520"/>
          <p:cNvSpPr/>
          <p:nvPr/>
        </p:nvSpPr>
        <p:spPr>
          <a:xfrm>
            <a:off x="7371892" y="5445252"/>
            <a:ext cx="69951" cy="1709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Rectangle 521"/>
          <p:cNvSpPr/>
          <p:nvPr/>
        </p:nvSpPr>
        <p:spPr>
          <a:xfrm>
            <a:off x="7457389" y="5445252"/>
            <a:ext cx="69951" cy="170992"/>
          </a:xfrm>
          <a:prstGeom prst="rect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7356348" y="5597956"/>
            <a:ext cx="93268" cy="544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7441844" y="5597956"/>
            <a:ext cx="93268" cy="54406"/>
          </a:xfrm>
          <a:prstGeom prst="ellipse">
            <a:avLst/>
          </a:prstGeom>
          <a:solidFill>
            <a:srgbClr val="4A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9939572" y="3488453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7758745" y="381467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10520358" y="456108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11452233" y="359038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8637859" y="3496331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7421257" y="427906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6271575" y="377455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10002158" y="4344218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7432045" y="44171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10957001" y="345798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10935389" y="4596369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8149077" y="3703194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11841443" y="400129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6667824" y="3606475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6131052" y="6638544"/>
            <a:ext cx="6021324" cy="201168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61584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62042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63047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Rectangle 542"/>
          <p:cNvSpPr/>
          <p:nvPr/>
        </p:nvSpPr>
        <p:spPr>
          <a:xfrm>
            <a:off x="63505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4" name="Rectangle 543"/>
          <p:cNvSpPr/>
          <p:nvPr/>
        </p:nvSpPr>
        <p:spPr>
          <a:xfrm>
            <a:off x="64510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Rectangle 544"/>
          <p:cNvSpPr/>
          <p:nvPr/>
        </p:nvSpPr>
        <p:spPr>
          <a:xfrm>
            <a:off x="64968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Rectangle 545"/>
          <p:cNvSpPr/>
          <p:nvPr/>
        </p:nvSpPr>
        <p:spPr>
          <a:xfrm>
            <a:off x="65973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Rectangle 546"/>
          <p:cNvSpPr/>
          <p:nvPr/>
        </p:nvSpPr>
        <p:spPr>
          <a:xfrm>
            <a:off x="66431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Rectangle 547"/>
          <p:cNvSpPr/>
          <p:nvPr/>
        </p:nvSpPr>
        <p:spPr>
          <a:xfrm>
            <a:off x="67437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Rectangle 548"/>
          <p:cNvSpPr/>
          <p:nvPr/>
        </p:nvSpPr>
        <p:spPr>
          <a:xfrm>
            <a:off x="67894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Rectangle 549"/>
          <p:cNvSpPr/>
          <p:nvPr/>
        </p:nvSpPr>
        <p:spPr>
          <a:xfrm>
            <a:off x="68900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Rectangle 550"/>
          <p:cNvSpPr/>
          <p:nvPr/>
        </p:nvSpPr>
        <p:spPr>
          <a:xfrm>
            <a:off x="69357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Rectangle 551"/>
          <p:cNvSpPr/>
          <p:nvPr/>
        </p:nvSpPr>
        <p:spPr>
          <a:xfrm>
            <a:off x="70363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Rectangle 552"/>
          <p:cNvSpPr/>
          <p:nvPr/>
        </p:nvSpPr>
        <p:spPr>
          <a:xfrm>
            <a:off x="70820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4" name="Rectangle 553"/>
          <p:cNvSpPr/>
          <p:nvPr/>
        </p:nvSpPr>
        <p:spPr>
          <a:xfrm>
            <a:off x="71826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5" name="Rectangle 554"/>
          <p:cNvSpPr/>
          <p:nvPr/>
        </p:nvSpPr>
        <p:spPr>
          <a:xfrm>
            <a:off x="72283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6" name="Rectangle 555"/>
          <p:cNvSpPr/>
          <p:nvPr/>
        </p:nvSpPr>
        <p:spPr>
          <a:xfrm>
            <a:off x="73289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7" name="Rectangle 556"/>
          <p:cNvSpPr/>
          <p:nvPr/>
        </p:nvSpPr>
        <p:spPr>
          <a:xfrm>
            <a:off x="73746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Rectangle 557"/>
          <p:cNvSpPr/>
          <p:nvPr/>
        </p:nvSpPr>
        <p:spPr>
          <a:xfrm>
            <a:off x="74752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9" name="Rectangle 558"/>
          <p:cNvSpPr/>
          <p:nvPr/>
        </p:nvSpPr>
        <p:spPr>
          <a:xfrm>
            <a:off x="75209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Rectangle 559"/>
          <p:cNvSpPr/>
          <p:nvPr/>
        </p:nvSpPr>
        <p:spPr>
          <a:xfrm>
            <a:off x="76215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Rectangle 560"/>
          <p:cNvSpPr/>
          <p:nvPr/>
        </p:nvSpPr>
        <p:spPr>
          <a:xfrm>
            <a:off x="76672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Rectangle 561"/>
          <p:cNvSpPr/>
          <p:nvPr/>
        </p:nvSpPr>
        <p:spPr>
          <a:xfrm>
            <a:off x="77678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Rectangle 562"/>
          <p:cNvSpPr/>
          <p:nvPr/>
        </p:nvSpPr>
        <p:spPr>
          <a:xfrm>
            <a:off x="78135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Rectangle 563"/>
          <p:cNvSpPr/>
          <p:nvPr/>
        </p:nvSpPr>
        <p:spPr>
          <a:xfrm>
            <a:off x="79141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5" name="Rectangle 564"/>
          <p:cNvSpPr/>
          <p:nvPr/>
        </p:nvSpPr>
        <p:spPr>
          <a:xfrm>
            <a:off x="79598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Rectangle 565"/>
          <p:cNvSpPr/>
          <p:nvPr/>
        </p:nvSpPr>
        <p:spPr>
          <a:xfrm>
            <a:off x="80604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angle 566"/>
          <p:cNvSpPr/>
          <p:nvPr/>
        </p:nvSpPr>
        <p:spPr>
          <a:xfrm>
            <a:off x="81061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Rectangle 567"/>
          <p:cNvSpPr/>
          <p:nvPr/>
        </p:nvSpPr>
        <p:spPr>
          <a:xfrm>
            <a:off x="82067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Rectangle 568"/>
          <p:cNvSpPr/>
          <p:nvPr/>
        </p:nvSpPr>
        <p:spPr>
          <a:xfrm>
            <a:off x="82524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Rectangle 569"/>
          <p:cNvSpPr/>
          <p:nvPr/>
        </p:nvSpPr>
        <p:spPr>
          <a:xfrm>
            <a:off x="83530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Rectangle 570"/>
          <p:cNvSpPr/>
          <p:nvPr/>
        </p:nvSpPr>
        <p:spPr>
          <a:xfrm>
            <a:off x="83987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Rectangle 571"/>
          <p:cNvSpPr/>
          <p:nvPr/>
        </p:nvSpPr>
        <p:spPr>
          <a:xfrm>
            <a:off x="849934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Rectangle 572"/>
          <p:cNvSpPr/>
          <p:nvPr/>
        </p:nvSpPr>
        <p:spPr>
          <a:xfrm>
            <a:off x="854506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Rectangle 573"/>
          <p:cNvSpPr/>
          <p:nvPr/>
        </p:nvSpPr>
        <p:spPr>
          <a:xfrm>
            <a:off x="864565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angle 574"/>
          <p:cNvSpPr/>
          <p:nvPr/>
        </p:nvSpPr>
        <p:spPr>
          <a:xfrm>
            <a:off x="869137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angle 575"/>
          <p:cNvSpPr/>
          <p:nvPr/>
        </p:nvSpPr>
        <p:spPr>
          <a:xfrm>
            <a:off x="879195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883767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8" name="Rectangle 577"/>
          <p:cNvSpPr/>
          <p:nvPr/>
        </p:nvSpPr>
        <p:spPr>
          <a:xfrm>
            <a:off x="893826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Rectangle 578"/>
          <p:cNvSpPr/>
          <p:nvPr/>
        </p:nvSpPr>
        <p:spPr>
          <a:xfrm>
            <a:off x="898398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Rectangle 579"/>
          <p:cNvSpPr/>
          <p:nvPr/>
        </p:nvSpPr>
        <p:spPr>
          <a:xfrm>
            <a:off x="908456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1" name="Rectangle 580"/>
          <p:cNvSpPr/>
          <p:nvPr/>
        </p:nvSpPr>
        <p:spPr>
          <a:xfrm>
            <a:off x="913028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Rectangle 581"/>
          <p:cNvSpPr/>
          <p:nvPr/>
        </p:nvSpPr>
        <p:spPr>
          <a:xfrm>
            <a:off x="923086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Rectangle 582"/>
          <p:cNvSpPr/>
          <p:nvPr/>
        </p:nvSpPr>
        <p:spPr>
          <a:xfrm>
            <a:off x="927658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Rectangle 583"/>
          <p:cNvSpPr/>
          <p:nvPr/>
        </p:nvSpPr>
        <p:spPr>
          <a:xfrm>
            <a:off x="937717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Rectangle 584"/>
          <p:cNvSpPr/>
          <p:nvPr/>
        </p:nvSpPr>
        <p:spPr>
          <a:xfrm>
            <a:off x="942289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Rectangle 585"/>
          <p:cNvSpPr/>
          <p:nvPr/>
        </p:nvSpPr>
        <p:spPr>
          <a:xfrm>
            <a:off x="952347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Rectangle 586"/>
          <p:cNvSpPr/>
          <p:nvPr/>
        </p:nvSpPr>
        <p:spPr>
          <a:xfrm>
            <a:off x="956919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angle 587"/>
          <p:cNvSpPr/>
          <p:nvPr/>
        </p:nvSpPr>
        <p:spPr>
          <a:xfrm>
            <a:off x="966978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angle 588"/>
          <p:cNvSpPr/>
          <p:nvPr/>
        </p:nvSpPr>
        <p:spPr>
          <a:xfrm>
            <a:off x="971550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Rectangle 589"/>
          <p:cNvSpPr/>
          <p:nvPr/>
        </p:nvSpPr>
        <p:spPr>
          <a:xfrm>
            <a:off x="981608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Rectangle 590"/>
          <p:cNvSpPr/>
          <p:nvPr/>
        </p:nvSpPr>
        <p:spPr>
          <a:xfrm>
            <a:off x="986180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angle 591"/>
          <p:cNvSpPr/>
          <p:nvPr/>
        </p:nvSpPr>
        <p:spPr>
          <a:xfrm>
            <a:off x="996238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Rectangle 592"/>
          <p:cNvSpPr/>
          <p:nvPr/>
        </p:nvSpPr>
        <p:spPr>
          <a:xfrm>
            <a:off x="1000810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Rectangle 593"/>
          <p:cNvSpPr/>
          <p:nvPr/>
        </p:nvSpPr>
        <p:spPr>
          <a:xfrm>
            <a:off x="1010869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Rectangle 594"/>
          <p:cNvSpPr/>
          <p:nvPr/>
        </p:nvSpPr>
        <p:spPr>
          <a:xfrm>
            <a:off x="1015441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Rectangle 595"/>
          <p:cNvSpPr/>
          <p:nvPr/>
        </p:nvSpPr>
        <p:spPr>
          <a:xfrm>
            <a:off x="1025499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Rectangle 596"/>
          <p:cNvSpPr/>
          <p:nvPr/>
        </p:nvSpPr>
        <p:spPr>
          <a:xfrm>
            <a:off x="1030071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1040130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1044702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1054760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Rectangle 600"/>
          <p:cNvSpPr/>
          <p:nvPr/>
        </p:nvSpPr>
        <p:spPr>
          <a:xfrm>
            <a:off x="1059332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Rectangle 601"/>
          <p:cNvSpPr/>
          <p:nvPr/>
        </p:nvSpPr>
        <p:spPr>
          <a:xfrm>
            <a:off x="1069390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Rectangle 602"/>
          <p:cNvSpPr/>
          <p:nvPr/>
        </p:nvSpPr>
        <p:spPr>
          <a:xfrm>
            <a:off x="1073962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Rectangle 603"/>
          <p:cNvSpPr/>
          <p:nvPr/>
        </p:nvSpPr>
        <p:spPr>
          <a:xfrm>
            <a:off x="1084021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Rectangle 604"/>
          <p:cNvSpPr/>
          <p:nvPr/>
        </p:nvSpPr>
        <p:spPr>
          <a:xfrm>
            <a:off x="1088593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Rectangle 605"/>
          <p:cNvSpPr/>
          <p:nvPr/>
        </p:nvSpPr>
        <p:spPr>
          <a:xfrm>
            <a:off x="1098651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Rectangle 606"/>
          <p:cNvSpPr/>
          <p:nvPr/>
        </p:nvSpPr>
        <p:spPr>
          <a:xfrm>
            <a:off x="1103223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Rectangle 607"/>
          <p:cNvSpPr/>
          <p:nvPr/>
        </p:nvSpPr>
        <p:spPr>
          <a:xfrm>
            <a:off x="1113282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Rectangle 608"/>
          <p:cNvSpPr/>
          <p:nvPr/>
        </p:nvSpPr>
        <p:spPr>
          <a:xfrm>
            <a:off x="1117854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Rectangle 609"/>
          <p:cNvSpPr/>
          <p:nvPr/>
        </p:nvSpPr>
        <p:spPr>
          <a:xfrm>
            <a:off x="1127912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Rectangle 610"/>
          <p:cNvSpPr/>
          <p:nvPr/>
        </p:nvSpPr>
        <p:spPr>
          <a:xfrm>
            <a:off x="1132484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angle 611"/>
          <p:cNvSpPr/>
          <p:nvPr/>
        </p:nvSpPr>
        <p:spPr>
          <a:xfrm>
            <a:off x="11425428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Rectangle 612"/>
          <p:cNvSpPr/>
          <p:nvPr/>
        </p:nvSpPr>
        <p:spPr>
          <a:xfrm>
            <a:off x="11471148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Rectangle 613"/>
          <p:cNvSpPr/>
          <p:nvPr/>
        </p:nvSpPr>
        <p:spPr>
          <a:xfrm>
            <a:off x="11571732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Rectangle 614"/>
          <p:cNvSpPr/>
          <p:nvPr/>
        </p:nvSpPr>
        <p:spPr>
          <a:xfrm>
            <a:off x="11617452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6" name="Rectangle 615"/>
          <p:cNvSpPr/>
          <p:nvPr/>
        </p:nvSpPr>
        <p:spPr>
          <a:xfrm>
            <a:off x="11718036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Rectangle 616"/>
          <p:cNvSpPr/>
          <p:nvPr/>
        </p:nvSpPr>
        <p:spPr>
          <a:xfrm>
            <a:off x="11763756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Rectangle 617"/>
          <p:cNvSpPr/>
          <p:nvPr/>
        </p:nvSpPr>
        <p:spPr>
          <a:xfrm>
            <a:off x="11864340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Rectangle 618"/>
          <p:cNvSpPr/>
          <p:nvPr/>
        </p:nvSpPr>
        <p:spPr>
          <a:xfrm>
            <a:off x="11910060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Rectangle 619"/>
          <p:cNvSpPr/>
          <p:nvPr/>
        </p:nvSpPr>
        <p:spPr>
          <a:xfrm>
            <a:off x="12010644" y="6556248"/>
            <a:ext cx="27432" cy="100584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Rectangle 620"/>
          <p:cNvSpPr/>
          <p:nvPr/>
        </p:nvSpPr>
        <p:spPr>
          <a:xfrm>
            <a:off x="12056364" y="6519672"/>
            <a:ext cx="27432" cy="118872"/>
          </a:xfrm>
          <a:prstGeom prst="rect">
            <a:avLst/>
          </a:prstGeom>
          <a:solidFill>
            <a:srgbClr val="2E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6204204" y="3685032"/>
            <a:ext cx="1005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icrosoft YaHei"/>
              </a:rPr>
              <a:t>大寒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6204204" y="4160520"/>
            <a:ext cx="58750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DDFF"/>
                </a:solidFill>
                <a:latin typeface="Georgia"/>
              </a:rPr>
              <a:t>Major Cold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6204204" y="4343400"/>
            <a:ext cx="58750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DFF"/>
                </a:solidFill>
                <a:latin typeface="Georgia"/>
              </a:rPr>
              <a:t>Coldest time of the year.</a:t>
            </a:r>
          </a:p>
        </p:txBody>
      </p:sp>
      <p:sp>
        <p:nvSpPr>
          <p:cNvPr id="625" name="Rectangle 624"/>
          <p:cNvSpPr/>
          <p:nvPr/>
        </p:nvSpPr>
        <p:spPr>
          <a:xfrm>
            <a:off x="6094476" y="3429000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Rectangle 625"/>
          <p:cNvSpPr/>
          <p:nvPr/>
        </p:nvSpPr>
        <p:spPr>
          <a:xfrm>
            <a:off x="6094476" y="6821424"/>
            <a:ext cx="6094476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Rectangle 626"/>
          <p:cNvSpPr/>
          <p:nvPr/>
        </p:nvSpPr>
        <p:spPr>
          <a:xfrm>
            <a:off x="60944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Rectangle 627"/>
          <p:cNvSpPr/>
          <p:nvPr/>
        </p:nvSpPr>
        <p:spPr>
          <a:xfrm>
            <a:off x="12152376" y="3429000"/>
            <a:ext cx="36576" cy="3429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