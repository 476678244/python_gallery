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solidFill>
            <a:srgbClr val="000000">
              <a:alpha val="60000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  01 / 10   春雨惊春清谷天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solidFill>
            <a:srgbClr val="000000">
              <a:alpha val="60000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  02 / 10   夏满芒夏暑相连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solidFill>
            <a:srgbClr val="000000">
              <a:alpha val="60000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  03 / 10   秋处露秋寒霜降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solidFill>
            <a:srgbClr val="000000">
              <a:alpha val="60000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  04 / 10   冬雪雪冬小大寒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solidFill>
            <a:srgbClr val="000000">
              <a:alpha val="60000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  05 / 10   立春 · 雨水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solidFill>
            <a:srgbClr val="000000">
              <a:alpha val="60000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  06 / 10   惊蛰 · 春分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solidFill>
            <a:srgbClr val="000000">
              <a:alpha val="60000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  07 / 10   清明 · 谷雨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solidFill>
            <a:srgbClr val="000000">
              <a:alpha val="60000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  08 / 10   立夏 · 小满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solidFill>
            <a:srgbClr val="000000">
              <a:alpha val="60000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  09 / 10   芒种 · 夏至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  <a:solidFill>
            <a:srgbClr val="000000">
              <a:alpha val="60000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  10 / 10   小暑 · 大暑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